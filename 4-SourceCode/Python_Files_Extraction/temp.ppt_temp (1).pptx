
<file path=[Content_Types].xml><?xml version="1.0" encoding="utf-8"?>
<Types xmlns="http://schemas.openxmlformats.org/package/2006/content-types">
  <Default Extension="bin" ContentType="application/vnd.ms-office.legacyDiagramTex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embeddings/oleObject1.bin" ContentType="application/vnd.openxmlformats-officedocument.oleObject"/>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embeddings/oleObject2.bin" ContentType="application/vnd.openxmlformats-officedocument.oleObject"/>
  <Override PartName="/ppt/legacyDocTextInfo.bin" ContentType="application/vnd.ms-office.legacyDocTextInfo"/>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 id="2147483651" r:id="rId5"/>
  </p:sldMasterIdLst>
  <p:notesMasterIdLst>
    <p:notesMasterId r:id="rId49"/>
  </p:notesMasterIdLst>
  <p:sldIdLst>
    <p:sldId id="257" r:id="rId6"/>
    <p:sldId id="258" r:id="rId7"/>
    <p:sldId id="262" r:id="rId8"/>
    <p:sldId id="333" r:id="rId9"/>
    <p:sldId id="259" r:id="rId10"/>
    <p:sldId id="335" r:id="rId11"/>
    <p:sldId id="334" r:id="rId12"/>
    <p:sldId id="263" r:id="rId13"/>
    <p:sldId id="336" r:id="rId14"/>
    <p:sldId id="337" r:id="rId15"/>
    <p:sldId id="338" r:id="rId16"/>
    <p:sldId id="260" r:id="rId17"/>
    <p:sldId id="261" r:id="rId18"/>
    <p:sldId id="264" r:id="rId19"/>
    <p:sldId id="265" r:id="rId20"/>
    <p:sldId id="268" r:id="rId21"/>
    <p:sldId id="269" r:id="rId22"/>
    <p:sldId id="266" r:id="rId23"/>
    <p:sldId id="270" r:id="rId24"/>
    <p:sldId id="267" r:id="rId25"/>
    <p:sldId id="272" r:id="rId26"/>
    <p:sldId id="271" r:id="rId27"/>
    <p:sldId id="274" r:id="rId28"/>
    <p:sldId id="339" r:id="rId29"/>
    <p:sldId id="282" r:id="rId30"/>
    <p:sldId id="273" r:id="rId31"/>
    <p:sldId id="275" r:id="rId32"/>
    <p:sldId id="276" r:id="rId33"/>
    <p:sldId id="277" r:id="rId34"/>
    <p:sldId id="278" r:id="rId35"/>
    <p:sldId id="279" r:id="rId36"/>
    <p:sldId id="281" r:id="rId37"/>
    <p:sldId id="280" r:id="rId38"/>
    <p:sldId id="283" r:id="rId39"/>
    <p:sldId id="285" r:id="rId40"/>
    <p:sldId id="284" r:id="rId41"/>
    <p:sldId id="286" r:id="rId42"/>
    <p:sldId id="287" r:id="rId43"/>
    <p:sldId id="288" r:id="rId44"/>
    <p:sldId id="289" r:id="rId45"/>
    <p:sldId id="291" r:id="rId46"/>
    <p:sldId id="292" r:id="rId47"/>
    <p:sldId id="293" r:id="rId4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7" d="100"/>
          <a:sy n="97" d="100"/>
        </p:scale>
        <p:origin x="1194"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414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microsoft.com/office/2006/relationships/legacyDocTextInfo" Target="legacyDocTextInfo.bin"/><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3" Type="http://schemas.microsoft.com/office/2006/relationships/legacyDiagramText" Target="legacyDiagramText3.bin"/><Relationship Id="rId2" Type="http://schemas.microsoft.com/office/2006/relationships/legacyDiagramText" Target="legacyDiagramText2.bin"/><Relationship Id="rId1" Type="http://schemas.microsoft.com/office/2006/relationships/legacyDiagramText" Target="legacyDiagramText1.bin"/></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D373D40-7A40-84CF-54FC-AEB5F6554C3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defRPr>
            </a:lvl1pPr>
          </a:lstStyle>
          <a:p>
            <a:pPr>
              <a:defRPr/>
            </a:pPr>
            <a:endParaRPr lang="en-US"/>
          </a:p>
        </p:txBody>
      </p:sp>
      <p:sp>
        <p:nvSpPr>
          <p:cNvPr id="12291" name="Rectangle 3">
            <a:extLst>
              <a:ext uri="{FF2B5EF4-FFF2-40B4-BE49-F238E27FC236}">
                <a16:creationId xmlns:a16="http://schemas.microsoft.com/office/drawing/2014/main" id="{AE5AD85A-84DF-44E6-FCD2-18EE75607DC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defRPr>
            </a:lvl1pPr>
          </a:lstStyle>
          <a:p>
            <a:pPr>
              <a:defRPr/>
            </a:pPr>
            <a:endParaRPr lang="en-US"/>
          </a:p>
        </p:txBody>
      </p:sp>
      <p:sp>
        <p:nvSpPr>
          <p:cNvPr id="5124" name="Rectangle 4">
            <a:extLst>
              <a:ext uri="{FF2B5EF4-FFF2-40B4-BE49-F238E27FC236}">
                <a16:creationId xmlns:a16="http://schemas.microsoft.com/office/drawing/2014/main" id="{6E92C422-A752-4E91-0481-105D9790544E}"/>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a:extLst>
              <a:ext uri="{FF2B5EF4-FFF2-40B4-BE49-F238E27FC236}">
                <a16:creationId xmlns:a16="http://schemas.microsoft.com/office/drawing/2014/main" id="{B0622CB7-4FEC-7DCF-68FE-4FC7BF69FC22}"/>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294" name="Rectangle 6">
            <a:extLst>
              <a:ext uri="{FF2B5EF4-FFF2-40B4-BE49-F238E27FC236}">
                <a16:creationId xmlns:a16="http://schemas.microsoft.com/office/drawing/2014/main" id="{55605481-088D-BDBE-6FDA-935BA8E69927}"/>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pPr>
              <a:defRPr/>
            </a:pPr>
            <a:endParaRPr lang="en-US"/>
          </a:p>
        </p:txBody>
      </p:sp>
      <p:sp>
        <p:nvSpPr>
          <p:cNvPr id="12295" name="Rectangle 7">
            <a:extLst>
              <a:ext uri="{FF2B5EF4-FFF2-40B4-BE49-F238E27FC236}">
                <a16:creationId xmlns:a16="http://schemas.microsoft.com/office/drawing/2014/main" id="{6EB8EB53-7FD8-F435-BE08-B7B71993457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panose="020B0604020202020204" pitchFamily="34" charset="0"/>
              </a:defRPr>
            </a:lvl1pPr>
          </a:lstStyle>
          <a:p>
            <a:pPr>
              <a:defRPr/>
            </a:pPr>
            <a:fld id="{99A748FB-E469-4197-8A9D-92B74D92D06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345F4A47-3600-82AF-28B7-161E3047C4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BE1116-B8E2-4846-ACDD-7FA8C8BEFFD9}" type="slidenum">
              <a:rPr lang="en-US" altLang="en-US"/>
              <a:pPr>
                <a:spcBef>
                  <a:spcPct val="0"/>
                </a:spcBef>
              </a:pPr>
              <a:t>5</a:t>
            </a:fld>
            <a:endParaRPr lang="en-US" altLang="en-US"/>
          </a:p>
        </p:txBody>
      </p:sp>
      <p:sp>
        <p:nvSpPr>
          <p:cNvPr id="10243" name="Slide Image Placeholder 1">
            <a:extLst>
              <a:ext uri="{FF2B5EF4-FFF2-40B4-BE49-F238E27FC236}">
                <a16:creationId xmlns:a16="http://schemas.microsoft.com/office/drawing/2014/main" id="{D53A10E5-8B1B-713C-9A52-7AB6C2202D27}"/>
              </a:ext>
            </a:extLst>
          </p:cNvPr>
          <p:cNvSpPr>
            <a:spLocks noGrp="1" noRot="1" noChangeAspect="1" noChangeArrowheads="1" noTextEdit="1"/>
          </p:cNvSpPr>
          <p:nvPr>
            <p:ph type="sldImg"/>
          </p:nvPr>
        </p:nvSpPr>
        <p:spPr>
          <a:ln/>
        </p:spPr>
      </p:sp>
      <p:sp>
        <p:nvSpPr>
          <p:cNvPr id="10244" name="Notes Placeholder 2">
            <a:extLst>
              <a:ext uri="{FF2B5EF4-FFF2-40B4-BE49-F238E27FC236}">
                <a16:creationId xmlns:a16="http://schemas.microsoft.com/office/drawing/2014/main" id="{0AD92986-9C26-3DF3-449D-0C15A67A50DF}"/>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0245" name="Slide Number Placeholder 3">
            <a:extLst>
              <a:ext uri="{FF2B5EF4-FFF2-40B4-BE49-F238E27FC236}">
                <a16:creationId xmlns:a16="http://schemas.microsoft.com/office/drawing/2014/main" id="{871BA1B5-7BD2-6A19-846F-129E902E5B7A}"/>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966B91CD-566F-4B1E-89B2-C25598E386FA}" type="slidenum">
              <a:rPr lang="en-US" altLang="en-US">
                <a:latin typeface="Times New Roman" panose="02020603050405020304" pitchFamily="18" charset="0"/>
              </a:rPr>
              <a:pPr algn="r" eaLnBrk="1" hangingPunct="1">
                <a:spcBef>
                  <a:spcPct val="0"/>
                </a:spcBef>
              </a:pPr>
              <a:t>5</a:t>
            </a:fld>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67F5E6F8-09D9-ED8C-FDBF-DB8BE5EB2A6B}"/>
              </a:ext>
            </a:extLst>
          </p:cNvPr>
          <p:cNvSpPr>
            <a:spLocks noGrp="1" noRot="1" noChangeAspect="1" noChangeArrowheads="1" noTextEdit="1"/>
          </p:cNvSpPr>
          <p:nvPr>
            <p:ph type="sldImg"/>
          </p:nvPr>
        </p:nvSpPr>
        <p:spPr>
          <a:ln/>
        </p:spPr>
      </p:sp>
      <p:sp>
        <p:nvSpPr>
          <p:cNvPr id="17411" name="Notes Placeholder 2">
            <a:extLst>
              <a:ext uri="{FF2B5EF4-FFF2-40B4-BE49-F238E27FC236}">
                <a16:creationId xmlns:a16="http://schemas.microsoft.com/office/drawing/2014/main" id="{342DBF19-570A-9BBE-71A2-81FB7CF035E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indirect address needs 2 refernces to memory to fetch an operand, the direct address need just 1.</a:t>
            </a:r>
          </a:p>
        </p:txBody>
      </p:sp>
      <p:sp>
        <p:nvSpPr>
          <p:cNvPr id="17412" name="Slide Number Placeholder 3">
            <a:extLst>
              <a:ext uri="{FF2B5EF4-FFF2-40B4-BE49-F238E27FC236}">
                <a16:creationId xmlns:a16="http://schemas.microsoft.com/office/drawing/2014/main" id="{CEF51357-0BDA-C642-8975-266E2C20E6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AC90275-379F-461D-8B2D-92099A3DFF9C}" type="slidenum">
              <a:rPr lang="en-US" altLang="en-US"/>
              <a:pPr>
                <a:spcBef>
                  <a:spcPct val="0"/>
                </a:spcBef>
              </a:pPr>
              <a:t>11</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3908598E-46F0-B961-313F-827F15334C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57BDA2E-25F3-47C2-9650-CF1FD1D6F820}" type="slidenum">
              <a:rPr lang="en-US" altLang="en-US"/>
              <a:pPr>
                <a:spcBef>
                  <a:spcPct val="0"/>
                </a:spcBef>
              </a:pPr>
              <a:t>13</a:t>
            </a:fld>
            <a:endParaRPr lang="en-US" altLang="en-US"/>
          </a:p>
        </p:txBody>
      </p:sp>
      <p:sp>
        <p:nvSpPr>
          <p:cNvPr id="20483" name="Slide Image Placeholder 1">
            <a:extLst>
              <a:ext uri="{FF2B5EF4-FFF2-40B4-BE49-F238E27FC236}">
                <a16:creationId xmlns:a16="http://schemas.microsoft.com/office/drawing/2014/main" id="{F46E5A55-94E7-C544-0D05-56A48C15BFD1}"/>
              </a:ext>
            </a:extLst>
          </p:cNvPr>
          <p:cNvSpPr>
            <a:spLocks noGrp="1" noRot="1" noChangeAspect="1" noChangeArrowheads="1" noTextEdit="1"/>
          </p:cNvSpPr>
          <p:nvPr>
            <p:ph type="sldImg"/>
          </p:nvPr>
        </p:nvSpPr>
        <p:spPr>
          <a:ln/>
        </p:spPr>
      </p:sp>
      <p:sp>
        <p:nvSpPr>
          <p:cNvPr id="20484" name="Notes Placeholder 2">
            <a:extLst>
              <a:ext uri="{FF2B5EF4-FFF2-40B4-BE49-F238E27FC236}">
                <a16:creationId xmlns:a16="http://schemas.microsoft.com/office/drawing/2014/main" id="{E84D211A-B584-8880-A843-F76C9B3A07D9}"/>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0485" name="Slide Number Placeholder 3">
            <a:extLst>
              <a:ext uri="{FF2B5EF4-FFF2-40B4-BE49-F238E27FC236}">
                <a16:creationId xmlns:a16="http://schemas.microsoft.com/office/drawing/2014/main" id="{39DD11C9-9456-8749-6612-4847E85CB69B}"/>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1FB9FE3C-900A-428B-A205-941C430B5F2F}" type="slidenum">
              <a:rPr lang="en-US" altLang="en-US">
                <a:latin typeface="Times New Roman" panose="02020603050405020304" pitchFamily="18" charset="0"/>
              </a:rPr>
              <a:pPr algn="r" eaLnBrk="1" hangingPunct="1">
                <a:spcBef>
                  <a:spcPct val="0"/>
                </a:spcBef>
              </a:pPr>
              <a:t>13</a:t>
            </a:fld>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1E6C72BE-F248-013D-A188-7F374D8A29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9C990F6-E600-4607-89E5-6B009CF01F99}" type="slidenum">
              <a:rPr lang="en-US" altLang="en-US"/>
              <a:pPr>
                <a:spcBef>
                  <a:spcPct val="0"/>
                </a:spcBef>
              </a:pPr>
              <a:t>14</a:t>
            </a:fld>
            <a:endParaRPr lang="en-US" altLang="en-US"/>
          </a:p>
        </p:txBody>
      </p:sp>
      <p:sp>
        <p:nvSpPr>
          <p:cNvPr id="22531" name="Slide Image Placeholder 1">
            <a:extLst>
              <a:ext uri="{FF2B5EF4-FFF2-40B4-BE49-F238E27FC236}">
                <a16:creationId xmlns:a16="http://schemas.microsoft.com/office/drawing/2014/main" id="{AFDFED77-64AC-3CBE-18EE-27C1866DDCE3}"/>
              </a:ext>
            </a:extLst>
          </p:cNvPr>
          <p:cNvSpPr>
            <a:spLocks noGrp="1" noRot="1" noChangeAspect="1" noChangeArrowheads="1" noTextEdit="1"/>
          </p:cNvSpPr>
          <p:nvPr>
            <p:ph type="sldImg"/>
          </p:nvPr>
        </p:nvSpPr>
        <p:spPr>
          <a:ln/>
        </p:spPr>
      </p:sp>
      <p:sp>
        <p:nvSpPr>
          <p:cNvPr id="22532" name="Notes Placeholder 2">
            <a:extLst>
              <a:ext uri="{FF2B5EF4-FFF2-40B4-BE49-F238E27FC236}">
                <a16:creationId xmlns:a16="http://schemas.microsoft.com/office/drawing/2014/main" id="{24229CB5-1B2F-406B-8E98-DBAB234657CB}"/>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2533" name="Slide Number Placeholder 3">
            <a:extLst>
              <a:ext uri="{FF2B5EF4-FFF2-40B4-BE49-F238E27FC236}">
                <a16:creationId xmlns:a16="http://schemas.microsoft.com/office/drawing/2014/main" id="{07082988-EBA5-9C8C-29BD-C066B4A2D093}"/>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7F6D06A1-7895-4120-B1A6-D03C20CD667A}" type="slidenum">
              <a:rPr lang="en-US" altLang="en-US">
                <a:latin typeface="Times New Roman" panose="02020603050405020304" pitchFamily="18" charset="0"/>
              </a:rPr>
              <a:pPr algn="r" eaLnBrk="1" hangingPunct="1">
                <a:spcBef>
                  <a:spcPct val="0"/>
                </a:spcBef>
              </a:pPr>
              <a:t>14</a:t>
            </a:fld>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16A96657-C53A-6B04-D5CD-DB6E4B73C2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1B90876-8B88-40D0-92FF-B5C2364777AC}" type="slidenum">
              <a:rPr lang="en-US" altLang="en-US"/>
              <a:pPr>
                <a:spcBef>
                  <a:spcPct val="0"/>
                </a:spcBef>
              </a:pPr>
              <a:t>22</a:t>
            </a:fld>
            <a:endParaRPr lang="en-US" altLang="en-US"/>
          </a:p>
        </p:txBody>
      </p:sp>
      <p:sp>
        <p:nvSpPr>
          <p:cNvPr id="31747" name="Slide Image Placeholder 1">
            <a:extLst>
              <a:ext uri="{FF2B5EF4-FFF2-40B4-BE49-F238E27FC236}">
                <a16:creationId xmlns:a16="http://schemas.microsoft.com/office/drawing/2014/main" id="{FA62AE13-5CB1-DB97-37D9-2CB62BAC1456}"/>
              </a:ext>
            </a:extLst>
          </p:cNvPr>
          <p:cNvSpPr>
            <a:spLocks noGrp="1" noRot="1" noChangeAspect="1" noChangeArrowheads="1" noTextEdit="1"/>
          </p:cNvSpPr>
          <p:nvPr>
            <p:ph type="sldImg"/>
          </p:nvPr>
        </p:nvSpPr>
        <p:spPr>
          <a:ln/>
        </p:spPr>
      </p:sp>
      <p:sp>
        <p:nvSpPr>
          <p:cNvPr id="31748" name="Notes Placeholder 2">
            <a:extLst>
              <a:ext uri="{FF2B5EF4-FFF2-40B4-BE49-F238E27FC236}">
                <a16:creationId xmlns:a16="http://schemas.microsoft.com/office/drawing/2014/main" id="{9A2044A5-2E02-CB5A-CE80-E55C0C1E7BC8}"/>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1749" name="Slide Number Placeholder 3">
            <a:extLst>
              <a:ext uri="{FF2B5EF4-FFF2-40B4-BE49-F238E27FC236}">
                <a16:creationId xmlns:a16="http://schemas.microsoft.com/office/drawing/2014/main" id="{BD620C7F-7314-9EC5-838F-971235483428}"/>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8DB92756-FC89-40C8-A3D8-90498FBF77D6}" type="slidenum">
              <a:rPr lang="en-US" altLang="en-US">
                <a:latin typeface="Times New Roman" panose="02020603050405020304" pitchFamily="18" charset="0"/>
              </a:rPr>
              <a:pPr algn="r" eaLnBrk="1" hangingPunct="1">
                <a:spcBef>
                  <a:spcPct val="0"/>
                </a:spcBef>
              </a:pPr>
              <a:t>22</a:t>
            </a:fld>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C533004F-86B5-62F0-85EA-F86DFEC45A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CCBFEF9-0DC4-44CA-91C8-9B696B673078}" type="slidenum">
              <a:rPr lang="en-US" altLang="en-US"/>
              <a:pPr>
                <a:spcBef>
                  <a:spcPct val="0"/>
                </a:spcBef>
              </a:pPr>
              <a:t>23</a:t>
            </a:fld>
            <a:endParaRPr lang="en-US" altLang="en-US"/>
          </a:p>
        </p:txBody>
      </p:sp>
      <p:sp>
        <p:nvSpPr>
          <p:cNvPr id="33795" name="Rectangle 7">
            <a:extLst>
              <a:ext uri="{FF2B5EF4-FFF2-40B4-BE49-F238E27FC236}">
                <a16:creationId xmlns:a16="http://schemas.microsoft.com/office/drawing/2014/main" id="{4755CC13-77D3-5BF9-7FCE-EA6853D6CF76}"/>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F48C038B-8D53-49FB-AB27-8D037CB10627}" type="slidenum">
              <a:rPr lang="en-US" altLang="en-US">
                <a:latin typeface="Times New Roman" panose="02020603050405020304" pitchFamily="18" charset="0"/>
              </a:rPr>
              <a:pPr algn="r" eaLnBrk="1" hangingPunct="1">
                <a:spcBef>
                  <a:spcPct val="0"/>
                </a:spcBef>
              </a:pPr>
              <a:t>23</a:t>
            </a:fld>
            <a:endParaRPr lang="en-US" altLang="en-US">
              <a:latin typeface="Times New Roman" panose="02020603050405020304" pitchFamily="18" charset="0"/>
            </a:endParaRPr>
          </a:p>
        </p:txBody>
      </p:sp>
      <p:sp>
        <p:nvSpPr>
          <p:cNvPr id="33796" name="Rectangle 2">
            <a:extLst>
              <a:ext uri="{FF2B5EF4-FFF2-40B4-BE49-F238E27FC236}">
                <a16:creationId xmlns:a16="http://schemas.microsoft.com/office/drawing/2014/main" id="{EA64CC6A-754B-D7A7-4FCB-601C2C04EA26}"/>
              </a:ext>
            </a:extLst>
          </p:cNvPr>
          <p:cNvSpPr>
            <a:spLocks noGrp="1" noRot="1" noChangeAspect="1" noChangeArrowheads="1" noTextEdit="1"/>
          </p:cNvSpPr>
          <p:nvPr>
            <p:ph type="sldImg"/>
          </p:nvPr>
        </p:nvSpPr>
        <p:spPr>
          <a:ln/>
        </p:spPr>
      </p:sp>
      <p:sp>
        <p:nvSpPr>
          <p:cNvPr id="33797" name="Rectangle 3">
            <a:extLst>
              <a:ext uri="{FF2B5EF4-FFF2-40B4-BE49-F238E27FC236}">
                <a16:creationId xmlns:a16="http://schemas.microsoft.com/office/drawing/2014/main" id="{A7C4B8D4-625C-8BEF-DB4F-F0AECAD14C6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37F033F5-B003-0012-ED92-F198044A8A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1047278-E4BF-4789-9735-4822664F7D14}" type="slidenum">
              <a:rPr lang="en-US" altLang="en-US"/>
              <a:pPr>
                <a:spcBef>
                  <a:spcPct val="0"/>
                </a:spcBef>
              </a:pPr>
              <a:t>25</a:t>
            </a:fld>
            <a:endParaRPr lang="en-US" altLang="en-US"/>
          </a:p>
        </p:txBody>
      </p:sp>
      <p:sp>
        <p:nvSpPr>
          <p:cNvPr id="36867" name="Slide Image Placeholder 1">
            <a:extLst>
              <a:ext uri="{FF2B5EF4-FFF2-40B4-BE49-F238E27FC236}">
                <a16:creationId xmlns:a16="http://schemas.microsoft.com/office/drawing/2014/main" id="{32315D56-C0EE-D625-36AB-1B1A4637C14A}"/>
              </a:ext>
            </a:extLst>
          </p:cNvPr>
          <p:cNvSpPr>
            <a:spLocks noGrp="1" noRot="1" noChangeAspect="1" noChangeArrowheads="1" noTextEdit="1"/>
          </p:cNvSpPr>
          <p:nvPr>
            <p:ph type="sldImg"/>
          </p:nvPr>
        </p:nvSpPr>
        <p:spPr>
          <a:ln/>
        </p:spPr>
      </p:sp>
      <p:sp>
        <p:nvSpPr>
          <p:cNvPr id="36868" name="Notes Placeholder 2">
            <a:extLst>
              <a:ext uri="{FF2B5EF4-FFF2-40B4-BE49-F238E27FC236}">
                <a16:creationId xmlns:a16="http://schemas.microsoft.com/office/drawing/2014/main" id="{35DD4418-E46A-CD79-F57F-C3D85B7F7629}"/>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6869" name="Slide Number Placeholder 3">
            <a:extLst>
              <a:ext uri="{FF2B5EF4-FFF2-40B4-BE49-F238E27FC236}">
                <a16:creationId xmlns:a16="http://schemas.microsoft.com/office/drawing/2014/main" id="{ED270FD8-DDDD-550A-C5F6-AE84AB830BA4}"/>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0BF1962D-3CC9-4C0B-92D6-9FB1AAAA6FF1}" type="slidenum">
              <a:rPr lang="en-US" altLang="en-US">
                <a:latin typeface="Times New Roman" panose="02020603050405020304" pitchFamily="18" charset="0"/>
              </a:rPr>
              <a:pPr algn="r" eaLnBrk="1" hangingPunct="1">
                <a:spcBef>
                  <a:spcPct val="0"/>
                </a:spcBef>
              </a:pPr>
              <a:t>25</a:t>
            </a:fld>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9DC4993D-BE3E-C647-8C1F-E09F3A9392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B6EC52C-9E30-47B0-B158-B2C356A9B290}" type="slidenum">
              <a:rPr lang="en-US" altLang="en-US"/>
              <a:pPr>
                <a:spcBef>
                  <a:spcPct val="0"/>
                </a:spcBef>
              </a:pPr>
              <a:t>30</a:t>
            </a:fld>
            <a:endParaRPr lang="en-US" altLang="en-US"/>
          </a:p>
        </p:txBody>
      </p:sp>
      <p:sp>
        <p:nvSpPr>
          <p:cNvPr id="43011" name="Slide Image Placeholder 1">
            <a:extLst>
              <a:ext uri="{FF2B5EF4-FFF2-40B4-BE49-F238E27FC236}">
                <a16:creationId xmlns:a16="http://schemas.microsoft.com/office/drawing/2014/main" id="{0A2D5146-C3C6-16F4-7AB6-B68F5A618C4F}"/>
              </a:ext>
            </a:extLst>
          </p:cNvPr>
          <p:cNvSpPr>
            <a:spLocks noGrp="1" noRot="1" noChangeAspect="1" noChangeArrowheads="1" noTextEdit="1"/>
          </p:cNvSpPr>
          <p:nvPr>
            <p:ph type="sldImg"/>
          </p:nvPr>
        </p:nvSpPr>
        <p:spPr>
          <a:ln/>
        </p:spPr>
      </p:sp>
      <p:sp>
        <p:nvSpPr>
          <p:cNvPr id="43012" name="Notes Placeholder 2">
            <a:extLst>
              <a:ext uri="{FF2B5EF4-FFF2-40B4-BE49-F238E27FC236}">
                <a16:creationId xmlns:a16="http://schemas.microsoft.com/office/drawing/2014/main" id="{8BD77A6A-6D50-C0A6-D675-43D7E644850A}"/>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3013" name="Slide Number Placeholder 3">
            <a:extLst>
              <a:ext uri="{FF2B5EF4-FFF2-40B4-BE49-F238E27FC236}">
                <a16:creationId xmlns:a16="http://schemas.microsoft.com/office/drawing/2014/main" id="{FD594976-4E71-ECC6-6828-D01B66EFA8D5}"/>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6351265F-4F8D-4CEE-A024-C739F32037F0}" type="slidenum">
              <a:rPr lang="en-US" altLang="en-US">
                <a:latin typeface="Times New Roman" panose="02020603050405020304" pitchFamily="18" charset="0"/>
              </a:rPr>
              <a:pPr algn="r" eaLnBrk="1" hangingPunct="1">
                <a:spcBef>
                  <a:spcPct val="0"/>
                </a:spcBef>
              </a:pPr>
              <a:t>30</a:t>
            </a:fld>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6BFD390D-5078-08E5-03E2-F8594BC22F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A1C86D0-6548-4F38-A302-E4C7B97B707F}" type="slidenum">
              <a:rPr lang="en-US" altLang="en-US"/>
              <a:pPr>
                <a:spcBef>
                  <a:spcPct val="0"/>
                </a:spcBef>
              </a:pPr>
              <a:t>31</a:t>
            </a:fld>
            <a:endParaRPr lang="en-US" altLang="en-US"/>
          </a:p>
        </p:txBody>
      </p:sp>
      <p:sp>
        <p:nvSpPr>
          <p:cNvPr id="45059" name="Slide Image Placeholder 1">
            <a:extLst>
              <a:ext uri="{FF2B5EF4-FFF2-40B4-BE49-F238E27FC236}">
                <a16:creationId xmlns:a16="http://schemas.microsoft.com/office/drawing/2014/main" id="{C4FF605C-CE8A-0710-655B-C68FDEF9AAC8}"/>
              </a:ext>
            </a:extLst>
          </p:cNvPr>
          <p:cNvSpPr>
            <a:spLocks noGrp="1" noRot="1" noChangeAspect="1" noChangeArrowheads="1" noTextEdit="1"/>
          </p:cNvSpPr>
          <p:nvPr>
            <p:ph type="sldImg"/>
          </p:nvPr>
        </p:nvSpPr>
        <p:spPr>
          <a:ln/>
        </p:spPr>
      </p:sp>
      <p:sp>
        <p:nvSpPr>
          <p:cNvPr id="45060" name="Notes Placeholder 2">
            <a:extLst>
              <a:ext uri="{FF2B5EF4-FFF2-40B4-BE49-F238E27FC236}">
                <a16:creationId xmlns:a16="http://schemas.microsoft.com/office/drawing/2014/main" id="{CF27E41A-F1F2-9B89-659F-B2634C4C8E93}"/>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5061" name="Slide Number Placeholder 3">
            <a:extLst>
              <a:ext uri="{FF2B5EF4-FFF2-40B4-BE49-F238E27FC236}">
                <a16:creationId xmlns:a16="http://schemas.microsoft.com/office/drawing/2014/main" id="{E94206A9-3E7A-9189-FCBF-5FB7DD10E06E}"/>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B522DA19-94ED-44B5-B8B1-3269D480850A}" type="slidenum">
              <a:rPr lang="en-US" altLang="en-US">
                <a:latin typeface="Times New Roman" panose="02020603050405020304" pitchFamily="18" charset="0"/>
              </a:rPr>
              <a:pPr algn="r" eaLnBrk="1" hangingPunct="1">
                <a:spcBef>
                  <a:spcPct val="0"/>
                </a:spcBef>
              </a:pPr>
              <a:t>31</a:t>
            </a:fld>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62D1976C-1918-A9F1-6288-B7D90B390B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9869516-2C86-48A6-AEA6-5B67762F66A7}" type="slidenum">
              <a:rPr lang="en-US" altLang="en-US"/>
              <a:pPr>
                <a:spcBef>
                  <a:spcPct val="0"/>
                </a:spcBef>
              </a:pPr>
              <a:t>35</a:t>
            </a:fld>
            <a:endParaRPr lang="en-US" altLang="en-US"/>
          </a:p>
        </p:txBody>
      </p:sp>
      <p:sp>
        <p:nvSpPr>
          <p:cNvPr id="50179" name="Rectangle 7">
            <a:extLst>
              <a:ext uri="{FF2B5EF4-FFF2-40B4-BE49-F238E27FC236}">
                <a16:creationId xmlns:a16="http://schemas.microsoft.com/office/drawing/2014/main" id="{1EE577B0-A338-D6AB-6ED3-7ED19B837FD0}"/>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1D90081D-5B40-4004-B6F1-3F83159F62BC}" type="slidenum">
              <a:rPr lang="en-US" altLang="en-US">
                <a:latin typeface="Times New Roman" panose="02020603050405020304" pitchFamily="18" charset="0"/>
              </a:rPr>
              <a:pPr algn="r" eaLnBrk="1" hangingPunct="1">
                <a:spcBef>
                  <a:spcPct val="0"/>
                </a:spcBef>
              </a:pPr>
              <a:t>35</a:t>
            </a:fld>
            <a:endParaRPr lang="en-US" altLang="en-US">
              <a:latin typeface="Times New Roman" panose="02020603050405020304" pitchFamily="18" charset="0"/>
            </a:endParaRPr>
          </a:p>
        </p:txBody>
      </p:sp>
      <p:sp>
        <p:nvSpPr>
          <p:cNvPr id="50180" name="Rectangle 2">
            <a:extLst>
              <a:ext uri="{FF2B5EF4-FFF2-40B4-BE49-F238E27FC236}">
                <a16:creationId xmlns:a16="http://schemas.microsoft.com/office/drawing/2014/main" id="{CF24FB93-961A-0F61-562C-EFE8E309820C}"/>
              </a:ext>
            </a:extLst>
          </p:cNvPr>
          <p:cNvSpPr>
            <a:spLocks noGrp="1" noRot="1" noChangeAspect="1" noChangeArrowheads="1" noTextEdit="1"/>
          </p:cNvSpPr>
          <p:nvPr>
            <p:ph type="sldImg"/>
          </p:nvPr>
        </p:nvSpPr>
        <p:spPr>
          <a:ln/>
        </p:spPr>
      </p:sp>
      <p:sp>
        <p:nvSpPr>
          <p:cNvPr id="50181" name="Rectangle 3">
            <a:extLst>
              <a:ext uri="{FF2B5EF4-FFF2-40B4-BE49-F238E27FC236}">
                <a16:creationId xmlns:a16="http://schemas.microsoft.com/office/drawing/2014/main" id="{A9FB62DA-4219-5A70-B9B1-52FED7975909}"/>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62C62664-AAFF-A0DD-96BB-2FFC8C278C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6950244-C956-4862-8B7C-6EFB2A707277}" type="slidenum">
              <a:rPr lang="en-US" altLang="en-US"/>
              <a:pPr>
                <a:spcBef>
                  <a:spcPct val="0"/>
                </a:spcBef>
              </a:pPr>
              <a:t>40</a:t>
            </a:fld>
            <a:endParaRPr lang="en-US" altLang="en-US"/>
          </a:p>
        </p:txBody>
      </p:sp>
      <p:sp>
        <p:nvSpPr>
          <p:cNvPr id="56323" name="Slide Image Placeholder 1">
            <a:extLst>
              <a:ext uri="{FF2B5EF4-FFF2-40B4-BE49-F238E27FC236}">
                <a16:creationId xmlns:a16="http://schemas.microsoft.com/office/drawing/2014/main" id="{4B47985F-9781-646E-962B-7555604A2FE7}"/>
              </a:ext>
            </a:extLst>
          </p:cNvPr>
          <p:cNvSpPr>
            <a:spLocks noGrp="1" noRot="1" noChangeAspect="1" noChangeArrowheads="1" noTextEdit="1"/>
          </p:cNvSpPr>
          <p:nvPr>
            <p:ph type="sldImg"/>
          </p:nvPr>
        </p:nvSpPr>
        <p:spPr>
          <a:ln/>
        </p:spPr>
      </p:sp>
      <p:sp>
        <p:nvSpPr>
          <p:cNvPr id="56324" name="Notes Placeholder 2">
            <a:extLst>
              <a:ext uri="{FF2B5EF4-FFF2-40B4-BE49-F238E27FC236}">
                <a16:creationId xmlns:a16="http://schemas.microsoft.com/office/drawing/2014/main" id="{511F8912-33D8-01C6-6430-568B5DAEA546}"/>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6325" name="Slide Number Placeholder 3">
            <a:extLst>
              <a:ext uri="{FF2B5EF4-FFF2-40B4-BE49-F238E27FC236}">
                <a16:creationId xmlns:a16="http://schemas.microsoft.com/office/drawing/2014/main" id="{97D60DD7-3DE7-3893-8F6D-9F11BFF68928}"/>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7EC70417-7170-4F3E-B4F7-F5271FB9CBF7}" type="slidenum">
              <a:rPr lang="en-US" altLang="en-US">
                <a:latin typeface="Times New Roman" panose="02020603050405020304" pitchFamily="18" charset="0"/>
              </a:rPr>
              <a:pPr algn="r" eaLnBrk="1" hangingPunct="1">
                <a:spcBef>
                  <a:spcPct val="0"/>
                </a:spcBef>
              </a:pPr>
              <a:t>40</a:t>
            </a:fld>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B3585F6E-5E8F-E2F5-29FE-2394E65F9A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787D309-E897-4984-BC27-2D3C7C621BA1}" type="slidenum">
              <a:rPr lang="en-US" altLang="en-US"/>
              <a:pPr>
                <a:spcBef>
                  <a:spcPct val="0"/>
                </a:spcBef>
              </a:pPr>
              <a:t>41</a:t>
            </a:fld>
            <a:endParaRPr lang="en-US" altLang="en-US"/>
          </a:p>
        </p:txBody>
      </p:sp>
      <p:sp>
        <p:nvSpPr>
          <p:cNvPr id="58371" name="Slide Image Placeholder 1">
            <a:extLst>
              <a:ext uri="{FF2B5EF4-FFF2-40B4-BE49-F238E27FC236}">
                <a16:creationId xmlns:a16="http://schemas.microsoft.com/office/drawing/2014/main" id="{38BB78C0-82BB-C650-CD0B-DCD998619BB6}"/>
              </a:ext>
            </a:extLst>
          </p:cNvPr>
          <p:cNvSpPr>
            <a:spLocks noGrp="1" noRot="1" noChangeAspect="1" noChangeArrowheads="1" noTextEdit="1"/>
          </p:cNvSpPr>
          <p:nvPr>
            <p:ph type="sldImg"/>
          </p:nvPr>
        </p:nvSpPr>
        <p:spPr>
          <a:xfrm>
            <a:off x="1143000" y="684213"/>
            <a:ext cx="4573588" cy="3430587"/>
          </a:xfrm>
          <a:ln/>
        </p:spPr>
      </p:sp>
      <p:sp>
        <p:nvSpPr>
          <p:cNvPr id="58372" name="Notes Placeholder 2">
            <a:extLst>
              <a:ext uri="{FF2B5EF4-FFF2-40B4-BE49-F238E27FC236}">
                <a16:creationId xmlns:a16="http://schemas.microsoft.com/office/drawing/2014/main" id="{3838899C-667C-00A9-A78B-5059374415AB}"/>
              </a:ext>
            </a:extLst>
          </p:cNvPr>
          <p:cNvSpPr>
            <a:spLocks noGrp="1"/>
          </p:cNvSpPr>
          <p:nvPr>
            <p:ph type="body" idx="1"/>
          </p:nvPr>
        </p:nvSpPr>
        <p:spPr>
          <a:xfrm>
            <a:off x="914400" y="4343400"/>
            <a:ext cx="5029200" cy="41163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61" tIns="45981" rIns="91961" bIns="45981"/>
          <a:lstStyle/>
          <a:p>
            <a:pPr eaLnBrk="1" hangingPunct="1"/>
            <a:endParaRPr lang="en-US" altLang="en-US"/>
          </a:p>
        </p:txBody>
      </p:sp>
      <p:sp>
        <p:nvSpPr>
          <p:cNvPr id="58373" name="Slide Number Placeholder 3">
            <a:extLst>
              <a:ext uri="{FF2B5EF4-FFF2-40B4-BE49-F238E27FC236}">
                <a16:creationId xmlns:a16="http://schemas.microsoft.com/office/drawing/2014/main" id="{EB3B9CA1-3A49-4E52-2599-5DC0DE2E4965}"/>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61" tIns="45981" rIns="91961" bIns="45981" anchor="b"/>
          <a:lstStyle>
            <a:lvl1pPr defTabSz="920750">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20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2075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2075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2075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E890FF46-D0EA-4A89-B2D9-959337D93780}" type="slidenum">
              <a:rPr lang="en-US" altLang="en-US">
                <a:latin typeface="Times New Roman" panose="02020603050405020304" pitchFamily="18" charset="0"/>
              </a:rPr>
              <a:pPr algn="r" eaLnBrk="1" hangingPunct="1">
                <a:spcBef>
                  <a:spcPct val="0"/>
                </a:spcBef>
              </a:pPr>
              <a:t>41</a:t>
            </a:fld>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A2A65AFC-B4EC-8CB3-D729-D2CCDF98C1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98C23E1-78A2-4E99-BE5C-DBCC80058F6D}" type="slidenum">
              <a:rPr lang="en-US" altLang="en-US"/>
              <a:pPr>
                <a:spcBef>
                  <a:spcPct val="0"/>
                </a:spcBef>
              </a:pPr>
              <a:t>42</a:t>
            </a:fld>
            <a:endParaRPr lang="en-US" altLang="en-US"/>
          </a:p>
        </p:txBody>
      </p:sp>
      <p:sp>
        <p:nvSpPr>
          <p:cNvPr id="60419" name="Slide Image Placeholder 1">
            <a:extLst>
              <a:ext uri="{FF2B5EF4-FFF2-40B4-BE49-F238E27FC236}">
                <a16:creationId xmlns:a16="http://schemas.microsoft.com/office/drawing/2014/main" id="{B4C883DC-9CB9-2591-CEBE-D93C7B545191}"/>
              </a:ext>
            </a:extLst>
          </p:cNvPr>
          <p:cNvSpPr>
            <a:spLocks noGrp="1" noRot="1" noChangeAspect="1" noChangeArrowheads="1" noTextEdit="1"/>
          </p:cNvSpPr>
          <p:nvPr>
            <p:ph type="sldImg"/>
          </p:nvPr>
        </p:nvSpPr>
        <p:spPr>
          <a:xfrm>
            <a:off x="1143000" y="684213"/>
            <a:ext cx="4573588" cy="3430587"/>
          </a:xfrm>
          <a:ln/>
        </p:spPr>
      </p:sp>
      <p:sp>
        <p:nvSpPr>
          <p:cNvPr id="60420" name="Notes Placeholder 2">
            <a:extLst>
              <a:ext uri="{FF2B5EF4-FFF2-40B4-BE49-F238E27FC236}">
                <a16:creationId xmlns:a16="http://schemas.microsoft.com/office/drawing/2014/main" id="{43C39B21-75F8-D981-CEC1-AB081E17BAF1}"/>
              </a:ext>
            </a:extLst>
          </p:cNvPr>
          <p:cNvSpPr>
            <a:spLocks noGrp="1"/>
          </p:cNvSpPr>
          <p:nvPr>
            <p:ph type="body" idx="1"/>
          </p:nvPr>
        </p:nvSpPr>
        <p:spPr>
          <a:xfrm>
            <a:off x="914400" y="4343400"/>
            <a:ext cx="5029200" cy="41163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61" tIns="45981" rIns="91961" bIns="45981"/>
          <a:lstStyle/>
          <a:p>
            <a:pPr eaLnBrk="1" hangingPunct="1"/>
            <a:endParaRPr lang="en-US" altLang="en-US"/>
          </a:p>
        </p:txBody>
      </p:sp>
      <p:sp>
        <p:nvSpPr>
          <p:cNvPr id="60421" name="Slide Number Placeholder 3">
            <a:extLst>
              <a:ext uri="{FF2B5EF4-FFF2-40B4-BE49-F238E27FC236}">
                <a16:creationId xmlns:a16="http://schemas.microsoft.com/office/drawing/2014/main" id="{282678D1-A802-C8AF-B71F-75BA18F2E548}"/>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61" tIns="45981" rIns="91961" bIns="45981" anchor="b"/>
          <a:lstStyle>
            <a:lvl1pPr defTabSz="920750">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20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2075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2075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2075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B4CDAD15-1FA6-40C8-8579-F64B2442E3EE}" type="slidenum">
              <a:rPr lang="en-US" altLang="en-US">
                <a:latin typeface="Times New Roman" panose="02020603050405020304" pitchFamily="18" charset="0"/>
              </a:rPr>
              <a:pPr algn="r" eaLnBrk="1" hangingPunct="1">
                <a:spcBef>
                  <a:spcPct val="0"/>
                </a:spcBef>
              </a:pPr>
              <a:t>42</a:t>
            </a:fld>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E02DB1C-54D6-F1E8-D670-87CC338FB298}"/>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B715C802-032A-5D0A-1380-8EFCE78BDA8D}"/>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04BF162A-A0BC-9A7A-B317-D108C592451C}"/>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1" name="Rectangle 5">
                <a:extLst>
                  <a:ext uri="{FF2B5EF4-FFF2-40B4-BE49-F238E27FC236}">
                    <a16:creationId xmlns:a16="http://schemas.microsoft.com/office/drawing/2014/main" id="{C7B02BDB-D027-86A7-9FB8-9882D4D08B25}"/>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grpSp>
        <p:grpSp>
          <p:nvGrpSpPr>
            <p:cNvPr id="4" name="Group 6">
              <a:extLst>
                <a:ext uri="{FF2B5EF4-FFF2-40B4-BE49-F238E27FC236}">
                  <a16:creationId xmlns:a16="http://schemas.microsoft.com/office/drawing/2014/main" id="{C891C57C-6A51-3E57-8C5B-4F7458537AC5}"/>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10A4A473-67CE-18FD-3B2E-C288A24BBB53}"/>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9" name="Rectangle 8">
                <a:extLst>
                  <a:ext uri="{FF2B5EF4-FFF2-40B4-BE49-F238E27FC236}">
                    <a16:creationId xmlns:a16="http://schemas.microsoft.com/office/drawing/2014/main" id="{98525C5D-6C5F-90CF-4A0B-330F16B47F94}"/>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grpSp>
        <p:sp>
          <p:nvSpPr>
            <p:cNvPr id="5" name="Rectangle 9">
              <a:extLst>
                <a:ext uri="{FF2B5EF4-FFF2-40B4-BE49-F238E27FC236}">
                  <a16:creationId xmlns:a16="http://schemas.microsoft.com/office/drawing/2014/main" id="{066091D4-5AEE-ECD6-1923-9A7C3E77278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6" name="Rectangle 10">
              <a:extLst>
                <a:ext uri="{FF2B5EF4-FFF2-40B4-BE49-F238E27FC236}">
                  <a16:creationId xmlns:a16="http://schemas.microsoft.com/office/drawing/2014/main" id="{E76F4DB4-C3CE-21C3-1578-28E58591630F}"/>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7" name="Rectangle 11">
              <a:extLst>
                <a:ext uri="{FF2B5EF4-FFF2-40B4-BE49-F238E27FC236}">
                  <a16:creationId xmlns:a16="http://schemas.microsoft.com/office/drawing/2014/main" id="{3D36E57A-C8FA-CCA5-0CCD-6DE982460902}"/>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grpSp>
      <p:sp>
        <p:nvSpPr>
          <p:cNvPr id="8204"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820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2" name="Rectangle 14">
            <a:extLst>
              <a:ext uri="{FF2B5EF4-FFF2-40B4-BE49-F238E27FC236}">
                <a16:creationId xmlns:a16="http://schemas.microsoft.com/office/drawing/2014/main" id="{159B3C6D-0D96-933F-7E90-13928898B518}"/>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3" name="Rectangle 15">
            <a:extLst>
              <a:ext uri="{FF2B5EF4-FFF2-40B4-BE49-F238E27FC236}">
                <a16:creationId xmlns:a16="http://schemas.microsoft.com/office/drawing/2014/main" id="{8A37D9E5-5383-E44C-EFBE-17A456E8A4EE}"/>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
        <p:nvSpPr>
          <p:cNvPr id="14" name="Rectangle 16">
            <a:extLst>
              <a:ext uri="{FF2B5EF4-FFF2-40B4-BE49-F238E27FC236}">
                <a16:creationId xmlns:a16="http://schemas.microsoft.com/office/drawing/2014/main" id="{7276B43E-AF79-8615-F8B5-A60C9E57D770}"/>
              </a:ext>
            </a:extLst>
          </p:cNvPr>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fld id="{0687CB48-99FC-40F0-88B1-091494F26658}" type="slidenum">
              <a:rPr lang="en-US" altLang="en-US"/>
              <a:pPr>
                <a:defRPr/>
              </a:pPr>
              <a:t>‹#›</a:t>
            </a:fld>
            <a:endParaRPr lang="en-US" altLang="en-US"/>
          </a:p>
        </p:txBody>
      </p:sp>
    </p:spTree>
    <p:extLst>
      <p:ext uri="{BB962C8B-B14F-4D97-AF65-F5344CB8AC3E}">
        <p14:creationId xmlns:p14="http://schemas.microsoft.com/office/powerpoint/2010/main" val="1463960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AF2BC64C-BDF9-01AC-6DE8-871F82139E4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94489A51-0DA5-5289-2323-7D2087220DD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5365CD6A-065B-48F4-9F1F-9A2D61152138}"/>
              </a:ext>
            </a:extLst>
          </p:cNvPr>
          <p:cNvSpPr>
            <a:spLocks noGrp="1" noChangeArrowheads="1"/>
          </p:cNvSpPr>
          <p:nvPr>
            <p:ph type="sldNum" sz="quarter" idx="12"/>
          </p:nvPr>
        </p:nvSpPr>
        <p:spPr>
          <a:ln/>
        </p:spPr>
        <p:txBody>
          <a:bodyPr/>
          <a:lstStyle>
            <a:lvl1pPr>
              <a:defRPr/>
            </a:lvl1pPr>
          </a:lstStyle>
          <a:p>
            <a:pPr>
              <a:defRPr/>
            </a:pPr>
            <a:fld id="{AE1E7968-4CEC-4711-9C1F-58CDDE108219}" type="slidenum">
              <a:rPr lang="en-US" altLang="en-US"/>
              <a:pPr>
                <a:defRPr/>
              </a:pPr>
              <a:t>‹#›</a:t>
            </a:fld>
            <a:endParaRPr lang="en-US" altLang="en-US"/>
          </a:p>
        </p:txBody>
      </p:sp>
    </p:spTree>
    <p:extLst>
      <p:ext uri="{BB962C8B-B14F-4D97-AF65-F5344CB8AC3E}">
        <p14:creationId xmlns:p14="http://schemas.microsoft.com/office/powerpoint/2010/main" val="21050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A744EA07-FF02-9396-08C7-E899D2C11F5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0FFD2F7-CA6B-965C-FC6B-9A640892ADE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FE75111D-14BA-7E2C-C472-F116994DB6CC}"/>
              </a:ext>
            </a:extLst>
          </p:cNvPr>
          <p:cNvSpPr>
            <a:spLocks noGrp="1" noChangeArrowheads="1"/>
          </p:cNvSpPr>
          <p:nvPr>
            <p:ph type="sldNum" sz="quarter" idx="12"/>
          </p:nvPr>
        </p:nvSpPr>
        <p:spPr>
          <a:ln/>
        </p:spPr>
        <p:txBody>
          <a:bodyPr/>
          <a:lstStyle>
            <a:lvl1pPr>
              <a:defRPr/>
            </a:lvl1pPr>
          </a:lstStyle>
          <a:p>
            <a:pPr>
              <a:defRPr/>
            </a:pPr>
            <a:fld id="{531CE6BD-5952-4A11-B9D5-966602826E7B}" type="slidenum">
              <a:rPr lang="en-US" altLang="en-US"/>
              <a:pPr>
                <a:defRPr/>
              </a:pPr>
              <a:t>‹#›</a:t>
            </a:fld>
            <a:endParaRPr lang="en-US" altLang="en-US"/>
          </a:p>
        </p:txBody>
      </p:sp>
    </p:spTree>
    <p:extLst>
      <p:ext uri="{BB962C8B-B14F-4D97-AF65-F5344CB8AC3E}">
        <p14:creationId xmlns:p14="http://schemas.microsoft.com/office/powerpoint/2010/main" val="149997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6359A056-9F42-CDCD-697A-7690284555F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0C74230D-B429-2AB8-F263-A4664880BA9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29C9ACBC-B521-DC8D-3CA0-908852173858}"/>
              </a:ext>
            </a:extLst>
          </p:cNvPr>
          <p:cNvSpPr>
            <a:spLocks noGrp="1" noChangeArrowheads="1"/>
          </p:cNvSpPr>
          <p:nvPr>
            <p:ph type="sldNum" sz="quarter" idx="12"/>
          </p:nvPr>
        </p:nvSpPr>
        <p:spPr>
          <a:ln/>
        </p:spPr>
        <p:txBody>
          <a:bodyPr/>
          <a:lstStyle>
            <a:lvl1pPr>
              <a:defRPr/>
            </a:lvl1pPr>
          </a:lstStyle>
          <a:p>
            <a:pPr>
              <a:defRPr/>
            </a:pPr>
            <a:fld id="{C334B2DE-39DC-43DA-9CD5-243A325A04E2}" type="slidenum">
              <a:rPr lang="en-US" altLang="en-US"/>
              <a:pPr>
                <a:defRPr/>
              </a:pPr>
              <a:t>‹#›</a:t>
            </a:fld>
            <a:endParaRPr lang="en-US" altLang="en-US"/>
          </a:p>
        </p:txBody>
      </p:sp>
    </p:spTree>
    <p:extLst>
      <p:ext uri="{BB962C8B-B14F-4D97-AF65-F5344CB8AC3E}">
        <p14:creationId xmlns:p14="http://schemas.microsoft.com/office/powerpoint/2010/main" val="396456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FED02DEA-3F98-B809-25E9-DCAE8F3CF2D3}"/>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F884E7A7-444A-4D6E-3316-BE4B6896466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CACE0B08-6D32-20A7-A4B3-39922EA9F4F6}"/>
              </a:ext>
            </a:extLst>
          </p:cNvPr>
          <p:cNvSpPr>
            <a:spLocks noGrp="1" noChangeArrowheads="1"/>
          </p:cNvSpPr>
          <p:nvPr>
            <p:ph type="sldNum" sz="quarter" idx="12"/>
          </p:nvPr>
        </p:nvSpPr>
        <p:spPr>
          <a:ln/>
        </p:spPr>
        <p:txBody>
          <a:bodyPr/>
          <a:lstStyle>
            <a:lvl1pPr>
              <a:defRPr/>
            </a:lvl1pPr>
          </a:lstStyle>
          <a:p>
            <a:pPr>
              <a:defRPr/>
            </a:pPr>
            <a:fld id="{535031EA-FD87-4C59-B39B-804545328021}" type="slidenum">
              <a:rPr lang="en-US" altLang="en-US"/>
              <a:pPr>
                <a:defRPr/>
              </a:pPr>
              <a:t>‹#›</a:t>
            </a:fld>
            <a:endParaRPr lang="en-US" altLang="en-US"/>
          </a:p>
        </p:txBody>
      </p:sp>
    </p:spTree>
    <p:extLst>
      <p:ext uri="{BB962C8B-B14F-4D97-AF65-F5344CB8AC3E}">
        <p14:creationId xmlns:p14="http://schemas.microsoft.com/office/powerpoint/2010/main" val="4095291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F796FCE4-E8D6-2AA7-24FA-B63A2D7A75E5}"/>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054EE5DA-3561-7865-2B1F-52B29A977B8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86DEEAEB-A533-D2D3-DAE1-D2A37F98219C}"/>
              </a:ext>
            </a:extLst>
          </p:cNvPr>
          <p:cNvSpPr>
            <a:spLocks noGrp="1" noChangeArrowheads="1"/>
          </p:cNvSpPr>
          <p:nvPr>
            <p:ph type="sldNum" sz="quarter" idx="12"/>
          </p:nvPr>
        </p:nvSpPr>
        <p:spPr>
          <a:ln/>
        </p:spPr>
        <p:txBody>
          <a:bodyPr/>
          <a:lstStyle>
            <a:lvl1pPr>
              <a:defRPr/>
            </a:lvl1pPr>
          </a:lstStyle>
          <a:p>
            <a:pPr>
              <a:defRPr/>
            </a:pPr>
            <a:fld id="{07AD083A-DEE2-401E-AB25-E44804ADD0E5}" type="slidenum">
              <a:rPr lang="en-US" altLang="en-US"/>
              <a:pPr>
                <a:defRPr/>
              </a:pPr>
              <a:t>‹#›</a:t>
            </a:fld>
            <a:endParaRPr lang="en-US" altLang="en-US"/>
          </a:p>
        </p:txBody>
      </p:sp>
    </p:spTree>
    <p:extLst>
      <p:ext uri="{BB962C8B-B14F-4D97-AF65-F5344CB8AC3E}">
        <p14:creationId xmlns:p14="http://schemas.microsoft.com/office/powerpoint/2010/main" val="3005548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4C106C1E-092D-2A97-D71B-0ACE6D28C97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D080023C-48E7-34F1-203E-E1F6418D6AA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99E9218D-B83A-C459-5439-F14F30F7B36A}"/>
              </a:ext>
            </a:extLst>
          </p:cNvPr>
          <p:cNvSpPr>
            <a:spLocks noGrp="1" noChangeArrowheads="1"/>
          </p:cNvSpPr>
          <p:nvPr>
            <p:ph type="sldNum" sz="quarter" idx="12"/>
          </p:nvPr>
        </p:nvSpPr>
        <p:spPr>
          <a:ln/>
        </p:spPr>
        <p:txBody>
          <a:bodyPr/>
          <a:lstStyle>
            <a:lvl1pPr>
              <a:defRPr/>
            </a:lvl1pPr>
          </a:lstStyle>
          <a:p>
            <a:pPr>
              <a:defRPr/>
            </a:pPr>
            <a:fld id="{B6B6C980-1322-4C52-BBA8-BC578A739BD0}" type="slidenum">
              <a:rPr lang="en-US" altLang="en-US"/>
              <a:pPr>
                <a:defRPr/>
              </a:pPr>
              <a:t>‹#›</a:t>
            </a:fld>
            <a:endParaRPr lang="en-US" altLang="en-US"/>
          </a:p>
        </p:txBody>
      </p:sp>
    </p:spTree>
    <p:extLst>
      <p:ext uri="{BB962C8B-B14F-4D97-AF65-F5344CB8AC3E}">
        <p14:creationId xmlns:p14="http://schemas.microsoft.com/office/powerpoint/2010/main" val="724519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6B1368A7-412B-4464-E737-D4B02D32900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4B3A498C-ED0A-5FBE-6483-300A177AE6D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B7CF71BE-227D-AD13-8015-A1DDA12CA65A}"/>
              </a:ext>
            </a:extLst>
          </p:cNvPr>
          <p:cNvSpPr>
            <a:spLocks noGrp="1" noChangeArrowheads="1"/>
          </p:cNvSpPr>
          <p:nvPr>
            <p:ph type="sldNum" sz="quarter" idx="12"/>
          </p:nvPr>
        </p:nvSpPr>
        <p:spPr>
          <a:ln/>
        </p:spPr>
        <p:txBody>
          <a:bodyPr/>
          <a:lstStyle>
            <a:lvl1pPr>
              <a:defRPr/>
            </a:lvl1pPr>
          </a:lstStyle>
          <a:p>
            <a:pPr>
              <a:defRPr/>
            </a:pPr>
            <a:fld id="{6B99FFD4-8E86-4BD0-89C7-48B796A98A6C}" type="slidenum">
              <a:rPr lang="en-US" altLang="en-US"/>
              <a:pPr>
                <a:defRPr/>
              </a:pPr>
              <a:t>‹#›</a:t>
            </a:fld>
            <a:endParaRPr lang="en-US" altLang="en-US"/>
          </a:p>
        </p:txBody>
      </p:sp>
    </p:spTree>
    <p:extLst>
      <p:ext uri="{BB962C8B-B14F-4D97-AF65-F5344CB8AC3E}">
        <p14:creationId xmlns:p14="http://schemas.microsoft.com/office/powerpoint/2010/main" val="3816566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85D9154C-34D1-8D74-6DCB-145553802FC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24BDABF-F290-EDB4-71AC-6AA8891C213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12D51538-E3CF-5684-7C19-E2DD2B7E2347}"/>
              </a:ext>
            </a:extLst>
          </p:cNvPr>
          <p:cNvSpPr>
            <a:spLocks noGrp="1" noChangeArrowheads="1"/>
          </p:cNvSpPr>
          <p:nvPr>
            <p:ph type="sldNum" sz="quarter" idx="12"/>
          </p:nvPr>
        </p:nvSpPr>
        <p:spPr>
          <a:ln/>
        </p:spPr>
        <p:txBody>
          <a:bodyPr/>
          <a:lstStyle>
            <a:lvl1pPr>
              <a:defRPr/>
            </a:lvl1pPr>
          </a:lstStyle>
          <a:p>
            <a:pPr>
              <a:defRPr/>
            </a:pPr>
            <a:fld id="{DCA8F6B3-87C5-4CB1-B81D-5DC68449BC33}" type="slidenum">
              <a:rPr lang="en-US" altLang="en-US"/>
              <a:pPr>
                <a:defRPr/>
              </a:pPr>
              <a:t>‹#›</a:t>
            </a:fld>
            <a:endParaRPr lang="en-US" altLang="en-US"/>
          </a:p>
        </p:txBody>
      </p:sp>
    </p:spTree>
    <p:extLst>
      <p:ext uri="{BB962C8B-B14F-4D97-AF65-F5344CB8AC3E}">
        <p14:creationId xmlns:p14="http://schemas.microsoft.com/office/powerpoint/2010/main" val="2449308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E855C07-E8E3-5B6E-E3FA-E1917106539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7F4B931-3B31-05B8-FDC8-1355BA42300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4B2E51B0-B1C8-A716-4AE3-6BC16C360841}"/>
              </a:ext>
            </a:extLst>
          </p:cNvPr>
          <p:cNvSpPr>
            <a:spLocks noGrp="1" noChangeArrowheads="1"/>
          </p:cNvSpPr>
          <p:nvPr>
            <p:ph type="sldNum" sz="quarter" idx="12"/>
          </p:nvPr>
        </p:nvSpPr>
        <p:spPr>
          <a:ln/>
        </p:spPr>
        <p:txBody>
          <a:bodyPr/>
          <a:lstStyle>
            <a:lvl1pPr>
              <a:defRPr/>
            </a:lvl1pPr>
          </a:lstStyle>
          <a:p>
            <a:pPr>
              <a:defRPr/>
            </a:pPr>
            <a:fld id="{09FC8009-A5D2-47FB-8FE3-9D2FCC34D992}" type="slidenum">
              <a:rPr lang="en-US" altLang="en-US"/>
              <a:pPr>
                <a:defRPr/>
              </a:pPr>
              <a:t>‹#›</a:t>
            </a:fld>
            <a:endParaRPr lang="en-US" altLang="en-US"/>
          </a:p>
        </p:txBody>
      </p:sp>
    </p:spTree>
    <p:extLst>
      <p:ext uri="{BB962C8B-B14F-4D97-AF65-F5344CB8AC3E}">
        <p14:creationId xmlns:p14="http://schemas.microsoft.com/office/powerpoint/2010/main" val="1812770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214313"/>
            <a:ext cx="1951038" cy="5918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50938" y="214313"/>
            <a:ext cx="5700712" cy="5918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639FCBB4-70B7-67CE-2E4D-9D178143B78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3EA332C9-ECA5-8FF9-099A-261F1D1CD97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B34E6E1E-3E75-4725-0ABB-1683031DD904}"/>
              </a:ext>
            </a:extLst>
          </p:cNvPr>
          <p:cNvSpPr>
            <a:spLocks noGrp="1" noChangeArrowheads="1"/>
          </p:cNvSpPr>
          <p:nvPr>
            <p:ph type="sldNum" sz="quarter" idx="12"/>
          </p:nvPr>
        </p:nvSpPr>
        <p:spPr>
          <a:ln/>
        </p:spPr>
        <p:txBody>
          <a:bodyPr/>
          <a:lstStyle>
            <a:lvl1pPr>
              <a:defRPr/>
            </a:lvl1pPr>
          </a:lstStyle>
          <a:p>
            <a:pPr>
              <a:defRPr/>
            </a:pPr>
            <a:fld id="{F9C67BEC-9F1B-45B6-8467-7BB4D243E7B3}" type="slidenum">
              <a:rPr lang="en-US" altLang="en-US"/>
              <a:pPr>
                <a:defRPr/>
              </a:pPr>
              <a:t>‹#›</a:t>
            </a:fld>
            <a:endParaRPr lang="en-US" altLang="en-US"/>
          </a:p>
        </p:txBody>
      </p:sp>
    </p:spTree>
    <p:extLst>
      <p:ext uri="{BB962C8B-B14F-4D97-AF65-F5344CB8AC3E}">
        <p14:creationId xmlns:p14="http://schemas.microsoft.com/office/powerpoint/2010/main" val="3082884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E421C41B-4811-0778-7F1B-627B70A4992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5E8B37D-5550-EC4B-2936-E514B99BC46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E34DD7A-EE78-547C-0A10-A042A37D1E6A}"/>
              </a:ext>
            </a:extLst>
          </p:cNvPr>
          <p:cNvSpPr>
            <a:spLocks noGrp="1" noChangeArrowheads="1"/>
          </p:cNvSpPr>
          <p:nvPr>
            <p:ph type="sldNum" sz="quarter" idx="12"/>
          </p:nvPr>
        </p:nvSpPr>
        <p:spPr>
          <a:ln/>
        </p:spPr>
        <p:txBody>
          <a:bodyPr/>
          <a:lstStyle>
            <a:lvl1pPr>
              <a:defRPr/>
            </a:lvl1pPr>
          </a:lstStyle>
          <a:p>
            <a:pPr>
              <a:defRPr/>
            </a:pPr>
            <a:fld id="{101EB47A-41C9-414D-9ACB-21A05B20F633}" type="slidenum">
              <a:rPr lang="en-US" altLang="en-US"/>
              <a:pPr>
                <a:defRPr/>
              </a:pPr>
              <a:t>‹#›</a:t>
            </a:fld>
            <a:endParaRPr lang="en-US" altLang="en-US"/>
          </a:p>
        </p:txBody>
      </p:sp>
    </p:spTree>
    <p:extLst>
      <p:ext uri="{BB962C8B-B14F-4D97-AF65-F5344CB8AC3E}">
        <p14:creationId xmlns:p14="http://schemas.microsoft.com/office/powerpoint/2010/main" val="4292479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A177B05-300B-1CFA-A3DD-14E9D0043C9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7AF133A-D868-DBBE-5912-AB10BBA0375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C5822A3-7A5A-7B8A-36F5-3309A6E689B3}"/>
              </a:ext>
            </a:extLst>
          </p:cNvPr>
          <p:cNvSpPr>
            <a:spLocks noGrp="1" noChangeArrowheads="1"/>
          </p:cNvSpPr>
          <p:nvPr>
            <p:ph type="sldNum" sz="quarter" idx="12"/>
          </p:nvPr>
        </p:nvSpPr>
        <p:spPr>
          <a:ln/>
        </p:spPr>
        <p:txBody>
          <a:bodyPr/>
          <a:lstStyle>
            <a:lvl1pPr>
              <a:defRPr/>
            </a:lvl1pPr>
          </a:lstStyle>
          <a:p>
            <a:pPr>
              <a:defRPr/>
            </a:pPr>
            <a:fld id="{05A57039-7851-4287-AA95-BDB97877B905}" type="slidenum">
              <a:rPr lang="en-US" altLang="en-US"/>
              <a:pPr>
                <a:defRPr/>
              </a:pPr>
              <a:t>‹#›</a:t>
            </a:fld>
            <a:endParaRPr lang="en-US" altLang="en-US"/>
          </a:p>
        </p:txBody>
      </p:sp>
    </p:spTree>
    <p:extLst>
      <p:ext uri="{BB962C8B-B14F-4D97-AF65-F5344CB8AC3E}">
        <p14:creationId xmlns:p14="http://schemas.microsoft.com/office/powerpoint/2010/main" val="27167401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B1568FC9-1918-EF92-04E4-71E2AA9204B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B756CE6-65F9-C950-0BF0-ECD9E6B2AFC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857CF20-BF33-9A73-FF01-80B4B6A14A0B}"/>
              </a:ext>
            </a:extLst>
          </p:cNvPr>
          <p:cNvSpPr>
            <a:spLocks noGrp="1" noChangeArrowheads="1"/>
          </p:cNvSpPr>
          <p:nvPr>
            <p:ph type="sldNum" sz="quarter" idx="12"/>
          </p:nvPr>
        </p:nvSpPr>
        <p:spPr>
          <a:ln/>
        </p:spPr>
        <p:txBody>
          <a:bodyPr/>
          <a:lstStyle>
            <a:lvl1pPr>
              <a:defRPr/>
            </a:lvl1pPr>
          </a:lstStyle>
          <a:p>
            <a:pPr>
              <a:defRPr/>
            </a:pPr>
            <a:fld id="{98BD3B48-4EC5-4183-AADA-4286A59B47B3}" type="slidenum">
              <a:rPr lang="en-US" altLang="en-US"/>
              <a:pPr>
                <a:defRPr/>
              </a:pPr>
              <a:t>‹#›</a:t>
            </a:fld>
            <a:endParaRPr lang="en-US" altLang="en-US"/>
          </a:p>
        </p:txBody>
      </p:sp>
    </p:spTree>
    <p:extLst>
      <p:ext uri="{BB962C8B-B14F-4D97-AF65-F5344CB8AC3E}">
        <p14:creationId xmlns:p14="http://schemas.microsoft.com/office/powerpoint/2010/main" val="1293053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095395E-E56C-0133-3A81-AE8B9E1F596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0F884D1-2E0C-7398-6744-87C1484B368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B262403-B02E-A96F-EA44-787CE0C8C16F}"/>
              </a:ext>
            </a:extLst>
          </p:cNvPr>
          <p:cNvSpPr>
            <a:spLocks noGrp="1" noChangeArrowheads="1"/>
          </p:cNvSpPr>
          <p:nvPr>
            <p:ph type="sldNum" sz="quarter" idx="12"/>
          </p:nvPr>
        </p:nvSpPr>
        <p:spPr>
          <a:ln/>
        </p:spPr>
        <p:txBody>
          <a:bodyPr/>
          <a:lstStyle>
            <a:lvl1pPr>
              <a:defRPr/>
            </a:lvl1pPr>
          </a:lstStyle>
          <a:p>
            <a:pPr>
              <a:defRPr/>
            </a:pPr>
            <a:fld id="{B26FAD39-B636-4E76-B5B7-1B0B5644DA1F}" type="slidenum">
              <a:rPr lang="en-US" altLang="en-US"/>
              <a:pPr>
                <a:defRPr/>
              </a:pPr>
              <a:t>‹#›</a:t>
            </a:fld>
            <a:endParaRPr lang="en-US" altLang="en-US"/>
          </a:p>
        </p:txBody>
      </p:sp>
    </p:spTree>
    <p:extLst>
      <p:ext uri="{BB962C8B-B14F-4D97-AF65-F5344CB8AC3E}">
        <p14:creationId xmlns:p14="http://schemas.microsoft.com/office/powerpoint/2010/main" val="1827316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43EF2D39-E690-81FF-4496-9E6B55CAAEDC}"/>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1FBE3DA2-6BBE-FA1D-F47A-B9A209C9B15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4E83D0E8-998E-06C7-B4D4-EEA2F5AB6A2B}"/>
              </a:ext>
            </a:extLst>
          </p:cNvPr>
          <p:cNvSpPr>
            <a:spLocks noGrp="1" noChangeArrowheads="1"/>
          </p:cNvSpPr>
          <p:nvPr>
            <p:ph type="sldNum" sz="quarter" idx="12"/>
          </p:nvPr>
        </p:nvSpPr>
        <p:spPr>
          <a:ln/>
        </p:spPr>
        <p:txBody>
          <a:bodyPr/>
          <a:lstStyle>
            <a:lvl1pPr>
              <a:defRPr/>
            </a:lvl1pPr>
          </a:lstStyle>
          <a:p>
            <a:pPr>
              <a:defRPr/>
            </a:pPr>
            <a:fld id="{1718C02C-E900-4041-875C-25E11F4E5C9E}" type="slidenum">
              <a:rPr lang="en-US" altLang="en-US"/>
              <a:pPr>
                <a:defRPr/>
              </a:pPr>
              <a:t>‹#›</a:t>
            </a:fld>
            <a:endParaRPr lang="en-US" altLang="en-US"/>
          </a:p>
        </p:txBody>
      </p:sp>
    </p:spTree>
    <p:extLst>
      <p:ext uri="{BB962C8B-B14F-4D97-AF65-F5344CB8AC3E}">
        <p14:creationId xmlns:p14="http://schemas.microsoft.com/office/powerpoint/2010/main" val="840551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06A08E96-52F0-549B-22C2-371611739F8C}"/>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151E49B5-41F8-D334-282E-D148E25FB7E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7F84EF6D-BE53-3102-2335-36016856AC07}"/>
              </a:ext>
            </a:extLst>
          </p:cNvPr>
          <p:cNvSpPr>
            <a:spLocks noGrp="1" noChangeArrowheads="1"/>
          </p:cNvSpPr>
          <p:nvPr>
            <p:ph type="sldNum" sz="quarter" idx="12"/>
          </p:nvPr>
        </p:nvSpPr>
        <p:spPr>
          <a:ln/>
        </p:spPr>
        <p:txBody>
          <a:bodyPr/>
          <a:lstStyle>
            <a:lvl1pPr>
              <a:defRPr/>
            </a:lvl1pPr>
          </a:lstStyle>
          <a:p>
            <a:pPr>
              <a:defRPr/>
            </a:pPr>
            <a:fld id="{94E35512-746E-4129-BC2D-B56EE8B9780A}" type="slidenum">
              <a:rPr lang="en-US" altLang="en-US"/>
              <a:pPr>
                <a:defRPr/>
              </a:pPr>
              <a:t>‹#›</a:t>
            </a:fld>
            <a:endParaRPr lang="en-US" altLang="en-US"/>
          </a:p>
        </p:txBody>
      </p:sp>
    </p:spTree>
    <p:extLst>
      <p:ext uri="{BB962C8B-B14F-4D97-AF65-F5344CB8AC3E}">
        <p14:creationId xmlns:p14="http://schemas.microsoft.com/office/powerpoint/2010/main" val="21708289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D5ADA49-5B51-34AD-2661-45C35532A44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B27333A7-3FE4-0ADA-23DB-73FDE9C6EEB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87546BE3-A928-7C89-6B75-ED243C964775}"/>
              </a:ext>
            </a:extLst>
          </p:cNvPr>
          <p:cNvSpPr>
            <a:spLocks noGrp="1" noChangeArrowheads="1"/>
          </p:cNvSpPr>
          <p:nvPr>
            <p:ph type="sldNum" sz="quarter" idx="12"/>
          </p:nvPr>
        </p:nvSpPr>
        <p:spPr>
          <a:ln/>
        </p:spPr>
        <p:txBody>
          <a:bodyPr/>
          <a:lstStyle>
            <a:lvl1pPr>
              <a:defRPr/>
            </a:lvl1pPr>
          </a:lstStyle>
          <a:p>
            <a:pPr>
              <a:defRPr/>
            </a:pPr>
            <a:fld id="{FD96640E-F91C-41EE-AECE-D5EAB6D2E660}" type="slidenum">
              <a:rPr lang="en-US" altLang="en-US"/>
              <a:pPr>
                <a:defRPr/>
              </a:pPr>
              <a:t>‹#›</a:t>
            </a:fld>
            <a:endParaRPr lang="en-US" altLang="en-US"/>
          </a:p>
        </p:txBody>
      </p:sp>
    </p:spTree>
    <p:extLst>
      <p:ext uri="{BB962C8B-B14F-4D97-AF65-F5344CB8AC3E}">
        <p14:creationId xmlns:p14="http://schemas.microsoft.com/office/powerpoint/2010/main" val="36730660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102D915-3584-DB0B-EEC5-84B5840E3AF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FFCC851-6DAE-92B8-846A-82AFC2F780E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A6D6A5A-4B4C-3005-944C-668B3AFA2AE7}"/>
              </a:ext>
            </a:extLst>
          </p:cNvPr>
          <p:cNvSpPr>
            <a:spLocks noGrp="1" noChangeArrowheads="1"/>
          </p:cNvSpPr>
          <p:nvPr>
            <p:ph type="sldNum" sz="quarter" idx="12"/>
          </p:nvPr>
        </p:nvSpPr>
        <p:spPr>
          <a:ln/>
        </p:spPr>
        <p:txBody>
          <a:bodyPr/>
          <a:lstStyle>
            <a:lvl1pPr>
              <a:defRPr/>
            </a:lvl1pPr>
          </a:lstStyle>
          <a:p>
            <a:pPr>
              <a:defRPr/>
            </a:pPr>
            <a:fld id="{8A306B57-7665-4600-BB35-F5027FAEFC95}" type="slidenum">
              <a:rPr lang="en-US" altLang="en-US"/>
              <a:pPr>
                <a:defRPr/>
              </a:pPr>
              <a:t>‹#›</a:t>
            </a:fld>
            <a:endParaRPr lang="en-US" altLang="en-US"/>
          </a:p>
        </p:txBody>
      </p:sp>
    </p:spTree>
    <p:extLst>
      <p:ext uri="{BB962C8B-B14F-4D97-AF65-F5344CB8AC3E}">
        <p14:creationId xmlns:p14="http://schemas.microsoft.com/office/powerpoint/2010/main" val="21024653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2DF3C34-7FFB-1D26-36BF-48427D645BD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76CB828-8B3E-9B0E-60F2-638582DA2D8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C66D285-DC81-627A-9701-CFF8BF7694F2}"/>
              </a:ext>
            </a:extLst>
          </p:cNvPr>
          <p:cNvSpPr>
            <a:spLocks noGrp="1" noChangeArrowheads="1"/>
          </p:cNvSpPr>
          <p:nvPr>
            <p:ph type="sldNum" sz="quarter" idx="12"/>
          </p:nvPr>
        </p:nvSpPr>
        <p:spPr>
          <a:ln/>
        </p:spPr>
        <p:txBody>
          <a:bodyPr/>
          <a:lstStyle>
            <a:lvl1pPr>
              <a:defRPr/>
            </a:lvl1pPr>
          </a:lstStyle>
          <a:p>
            <a:pPr>
              <a:defRPr/>
            </a:pPr>
            <a:fld id="{0AF847F8-FF8D-4728-A4A4-25F8A0D45326}" type="slidenum">
              <a:rPr lang="en-US" altLang="en-US"/>
              <a:pPr>
                <a:defRPr/>
              </a:pPr>
              <a:t>‹#›</a:t>
            </a:fld>
            <a:endParaRPr lang="en-US" altLang="en-US"/>
          </a:p>
        </p:txBody>
      </p:sp>
    </p:spTree>
    <p:extLst>
      <p:ext uri="{BB962C8B-B14F-4D97-AF65-F5344CB8AC3E}">
        <p14:creationId xmlns:p14="http://schemas.microsoft.com/office/powerpoint/2010/main" val="29949734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7552182-B7AE-2007-1D87-A8D4B306ACA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EC60AE1-47F1-2EA3-24BA-60750BBD304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D534232-1A49-BCA1-CF4B-F15CF4ECEBF5}"/>
              </a:ext>
            </a:extLst>
          </p:cNvPr>
          <p:cNvSpPr>
            <a:spLocks noGrp="1" noChangeArrowheads="1"/>
          </p:cNvSpPr>
          <p:nvPr>
            <p:ph type="sldNum" sz="quarter" idx="12"/>
          </p:nvPr>
        </p:nvSpPr>
        <p:spPr>
          <a:ln/>
        </p:spPr>
        <p:txBody>
          <a:bodyPr/>
          <a:lstStyle>
            <a:lvl1pPr>
              <a:defRPr/>
            </a:lvl1pPr>
          </a:lstStyle>
          <a:p>
            <a:pPr>
              <a:defRPr/>
            </a:pPr>
            <a:fld id="{43399BEA-700F-4ECA-8645-A2BE1742A9E4}" type="slidenum">
              <a:rPr lang="en-US" altLang="en-US"/>
              <a:pPr>
                <a:defRPr/>
              </a:pPr>
              <a:t>‹#›</a:t>
            </a:fld>
            <a:endParaRPr lang="en-US" altLang="en-US"/>
          </a:p>
        </p:txBody>
      </p:sp>
    </p:spTree>
    <p:extLst>
      <p:ext uri="{BB962C8B-B14F-4D97-AF65-F5344CB8AC3E}">
        <p14:creationId xmlns:p14="http://schemas.microsoft.com/office/powerpoint/2010/main" val="1115362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8FAC98B-F1FD-1F6B-251D-9F4414D0861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D442A2C-21FB-85C3-AB0E-1456CBA0412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3100F23-80A8-AC60-2CD4-A2DB857FF598}"/>
              </a:ext>
            </a:extLst>
          </p:cNvPr>
          <p:cNvSpPr>
            <a:spLocks noGrp="1" noChangeArrowheads="1"/>
          </p:cNvSpPr>
          <p:nvPr>
            <p:ph type="sldNum" sz="quarter" idx="12"/>
          </p:nvPr>
        </p:nvSpPr>
        <p:spPr>
          <a:ln/>
        </p:spPr>
        <p:txBody>
          <a:bodyPr/>
          <a:lstStyle>
            <a:lvl1pPr>
              <a:defRPr/>
            </a:lvl1pPr>
          </a:lstStyle>
          <a:p>
            <a:pPr>
              <a:defRPr/>
            </a:pPr>
            <a:fld id="{BBCF5CD7-26DD-4664-83FC-6725B2DBB78F}" type="slidenum">
              <a:rPr lang="en-US" altLang="en-US"/>
              <a:pPr>
                <a:defRPr/>
              </a:pPr>
              <a:t>‹#›</a:t>
            </a:fld>
            <a:endParaRPr lang="en-US" altLang="en-US"/>
          </a:p>
        </p:txBody>
      </p:sp>
    </p:spTree>
    <p:extLst>
      <p:ext uri="{BB962C8B-B14F-4D97-AF65-F5344CB8AC3E}">
        <p14:creationId xmlns:p14="http://schemas.microsoft.com/office/powerpoint/2010/main" val="206154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32E2B2C-3B14-95A8-D290-2FC26BED9240}"/>
              </a:ext>
            </a:extLst>
          </p:cNvPr>
          <p:cNvSpPr>
            <a:spLocks noChangeArrowheads="1"/>
          </p:cNvSpPr>
          <p:nvPr/>
        </p:nvSpPr>
        <p:spPr bwMode="ltGray">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1" name="Rectangle 3">
            <a:extLst>
              <a:ext uri="{FF2B5EF4-FFF2-40B4-BE49-F238E27FC236}">
                <a16:creationId xmlns:a16="http://schemas.microsoft.com/office/drawing/2014/main" id="{B95DB577-EF9D-DC64-BFD0-23F89EC89B56}"/>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2" name="Rectangle 4">
            <a:extLst>
              <a:ext uri="{FF2B5EF4-FFF2-40B4-BE49-F238E27FC236}">
                <a16:creationId xmlns:a16="http://schemas.microsoft.com/office/drawing/2014/main" id="{E54146F7-3B13-8C7E-4CA7-2A51EE51EE91}"/>
              </a:ext>
            </a:extLst>
          </p:cNvPr>
          <p:cNvSpPr>
            <a:spLocks noChangeArrowheads="1"/>
          </p:cNvSpPr>
          <p:nvPr/>
        </p:nvSpPr>
        <p:spPr bwMode="ltGray">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3" name="Rectangle 5">
            <a:extLst>
              <a:ext uri="{FF2B5EF4-FFF2-40B4-BE49-F238E27FC236}">
                <a16:creationId xmlns:a16="http://schemas.microsoft.com/office/drawing/2014/main" id="{3472EDF3-B56E-DB3F-7B56-DAE5FA878C40}"/>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4" name="Rectangle 6">
            <a:extLst>
              <a:ext uri="{FF2B5EF4-FFF2-40B4-BE49-F238E27FC236}">
                <a16:creationId xmlns:a16="http://schemas.microsoft.com/office/drawing/2014/main" id="{BF54C727-831E-E396-9C22-6F8A1DD13EEB}"/>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5" name="Rectangle 7">
            <a:extLst>
              <a:ext uri="{FF2B5EF4-FFF2-40B4-BE49-F238E27FC236}">
                <a16:creationId xmlns:a16="http://schemas.microsoft.com/office/drawing/2014/main" id="{AA5B66BB-431D-532C-2924-4D7989A6E6C0}"/>
              </a:ext>
            </a:extLst>
          </p:cNvPr>
          <p:cNvSpPr>
            <a:spLocks noChangeArrowheads="1"/>
          </p:cNvSpPr>
          <p:nvPr/>
        </p:nvSpPr>
        <p:spPr bwMode="gray">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6" name="Rectangle 8">
            <a:extLst>
              <a:ext uri="{FF2B5EF4-FFF2-40B4-BE49-F238E27FC236}">
                <a16:creationId xmlns:a16="http://schemas.microsoft.com/office/drawing/2014/main" id="{E63E28F5-0B54-D8E0-F08F-4EE4AA5AC5A4}"/>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7" name="Rectangle 9">
            <a:extLst>
              <a:ext uri="{FF2B5EF4-FFF2-40B4-BE49-F238E27FC236}">
                <a16:creationId xmlns:a16="http://schemas.microsoft.com/office/drawing/2014/main" id="{DE4D9110-2543-9CE4-CC29-7FE132209215}"/>
              </a:ext>
            </a:extLst>
          </p:cNvPr>
          <p:cNvSpPr>
            <a:spLocks noGrp="1" noChangeArrowheads="1"/>
          </p:cNvSpPr>
          <p:nvPr>
            <p:ph type="title"/>
          </p:nvPr>
        </p:nvSpPr>
        <p:spPr bwMode="auto">
          <a:xfrm>
            <a:off x="1150938" y="214313"/>
            <a:ext cx="7793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35D55521-7C3B-967F-D087-45722AA76022}"/>
              </a:ext>
            </a:extLst>
          </p:cNvPr>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9" name="Rectangle 11">
            <a:extLst>
              <a:ext uri="{FF2B5EF4-FFF2-40B4-BE49-F238E27FC236}">
                <a16:creationId xmlns:a16="http://schemas.microsoft.com/office/drawing/2014/main" id="{07C0B2A9-0726-9585-C30B-3C23E170B263}"/>
              </a:ext>
            </a:extLst>
          </p:cNvPr>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vl1pPr>
          </a:lstStyle>
          <a:p>
            <a:pPr>
              <a:defRPr/>
            </a:pPr>
            <a:endParaRPr lang="en-US"/>
          </a:p>
        </p:txBody>
      </p:sp>
      <p:sp>
        <p:nvSpPr>
          <p:cNvPr id="7180" name="Rectangle 12">
            <a:extLst>
              <a:ext uri="{FF2B5EF4-FFF2-40B4-BE49-F238E27FC236}">
                <a16:creationId xmlns:a16="http://schemas.microsoft.com/office/drawing/2014/main" id="{24E93B9A-EBCE-BA35-DB6F-AD48E4F58B36}"/>
              </a:ext>
            </a:extLst>
          </p:cNvPr>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vl1pPr>
          </a:lstStyle>
          <a:p>
            <a:pPr>
              <a:defRPr/>
            </a:pPr>
            <a:endParaRPr lang="en-US"/>
          </a:p>
        </p:txBody>
      </p:sp>
      <p:sp>
        <p:nvSpPr>
          <p:cNvPr id="7181" name="Rectangle 13">
            <a:extLst>
              <a:ext uri="{FF2B5EF4-FFF2-40B4-BE49-F238E27FC236}">
                <a16:creationId xmlns:a16="http://schemas.microsoft.com/office/drawing/2014/main" id="{6D278C29-DFD4-265E-4490-1DF7E05C5D45}"/>
              </a:ext>
            </a:extLst>
          </p:cNvPr>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smtClean="0"/>
            </a:lvl1pPr>
          </a:lstStyle>
          <a:p>
            <a:pPr>
              <a:defRPr/>
            </a:pPr>
            <a:fld id="{7B90D092-E10A-4DCB-BD6C-AE8F4D1DF0B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18"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457848F-A151-AB44-0E0D-B67AD66347AA}"/>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Rectangle 3">
            <a:extLst>
              <a:ext uri="{FF2B5EF4-FFF2-40B4-BE49-F238E27FC236}">
                <a16:creationId xmlns:a16="http://schemas.microsoft.com/office/drawing/2014/main" id="{D7D89ED9-BCD4-53D7-BF4C-DE83863BAA9E}"/>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9700" name="Rectangle 4">
            <a:extLst>
              <a:ext uri="{FF2B5EF4-FFF2-40B4-BE49-F238E27FC236}">
                <a16:creationId xmlns:a16="http://schemas.microsoft.com/office/drawing/2014/main" id="{EDDCA68B-AC4C-A6BC-ACF7-4CC061299227}"/>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pPr>
              <a:defRPr/>
            </a:pPr>
            <a:endParaRPr lang="en-US"/>
          </a:p>
        </p:txBody>
      </p:sp>
      <p:sp>
        <p:nvSpPr>
          <p:cNvPr id="29701" name="Rectangle 5">
            <a:extLst>
              <a:ext uri="{FF2B5EF4-FFF2-40B4-BE49-F238E27FC236}">
                <a16:creationId xmlns:a16="http://schemas.microsoft.com/office/drawing/2014/main" id="{2CC85C86-5672-1B54-68AD-F539CB2C1A4B}"/>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US"/>
          </a:p>
        </p:txBody>
      </p:sp>
      <p:sp>
        <p:nvSpPr>
          <p:cNvPr id="29702" name="Rectangle 6">
            <a:extLst>
              <a:ext uri="{FF2B5EF4-FFF2-40B4-BE49-F238E27FC236}">
                <a16:creationId xmlns:a16="http://schemas.microsoft.com/office/drawing/2014/main" id="{05AF2BF3-5F8A-9DB8-B29C-BF12735FD2D9}"/>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latin typeface="Arial" panose="020B0604020202020204" pitchFamily="34" charset="0"/>
              </a:defRPr>
            </a:lvl1pPr>
          </a:lstStyle>
          <a:p>
            <a:pPr>
              <a:defRPr/>
            </a:pPr>
            <a:fld id="{D7B797DE-27B4-4B62-91E3-6F22FD50B71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rial" pitchFamily="34" charset="0"/>
        </a:defRPr>
      </a:lvl2pPr>
      <a:lvl3pPr algn="ctr" rtl="0" eaLnBrk="0" fontAlgn="base" hangingPunct="0">
        <a:spcBef>
          <a:spcPct val="0"/>
        </a:spcBef>
        <a:spcAft>
          <a:spcPct val="0"/>
        </a:spcAft>
        <a:defRPr sz="4400">
          <a:solidFill>
            <a:schemeClr val="tx2"/>
          </a:solidFill>
          <a:latin typeface="Arial" pitchFamily="34" charset="0"/>
          <a:cs typeface="Arial" pitchFamily="34" charset="0"/>
        </a:defRPr>
      </a:lvl3pPr>
      <a:lvl4pPr algn="ctr" rtl="0" eaLnBrk="0" fontAlgn="base" hangingPunct="0">
        <a:spcBef>
          <a:spcPct val="0"/>
        </a:spcBef>
        <a:spcAft>
          <a:spcPct val="0"/>
        </a:spcAft>
        <a:defRPr sz="4400">
          <a:solidFill>
            <a:schemeClr val="tx2"/>
          </a:solidFill>
          <a:latin typeface="Arial" pitchFamily="34" charset="0"/>
          <a:cs typeface="Arial" pitchFamily="34" charset="0"/>
        </a:defRPr>
      </a:lvl4pPr>
      <a:lvl5pPr algn="ctr" rtl="0" eaLnBrk="0" fontAlgn="base" hangingPunct="0">
        <a:spcBef>
          <a:spcPct val="0"/>
        </a:spcBef>
        <a:spcAft>
          <a:spcPct val="0"/>
        </a:spcAft>
        <a:defRPr sz="4400">
          <a:solidFill>
            <a:schemeClr val="tx2"/>
          </a:solidFill>
          <a:latin typeface="Arial" pitchFamily="34" charset="0"/>
          <a:cs typeface="Arial" pitchFamily="34" charset="0"/>
        </a:defRPr>
      </a:lvl5pPr>
      <a:lvl6pPr marL="457200" algn="ctr" rtl="0" fontAlgn="base">
        <a:spcBef>
          <a:spcPct val="0"/>
        </a:spcBef>
        <a:spcAft>
          <a:spcPct val="0"/>
        </a:spcAft>
        <a:defRPr sz="4400">
          <a:solidFill>
            <a:schemeClr val="tx2"/>
          </a:solidFill>
          <a:latin typeface="Arial" pitchFamily="34" charset="0"/>
          <a:cs typeface="Arial" pitchFamily="34" charset="0"/>
        </a:defRPr>
      </a:lvl6pPr>
      <a:lvl7pPr marL="914400" algn="ctr" rtl="0" fontAlgn="base">
        <a:spcBef>
          <a:spcPct val="0"/>
        </a:spcBef>
        <a:spcAft>
          <a:spcPct val="0"/>
        </a:spcAft>
        <a:defRPr sz="4400">
          <a:solidFill>
            <a:schemeClr val="tx2"/>
          </a:solidFill>
          <a:latin typeface="Arial" pitchFamily="34" charset="0"/>
          <a:cs typeface="Arial" pitchFamily="34" charset="0"/>
        </a:defRPr>
      </a:lvl7pPr>
      <a:lvl8pPr marL="1371600" algn="ctr" rtl="0" fontAlgn="base">
        <a:spcBef>
          <a:spcPct val="0"/>
        </a:spcBef>
        <a:spcAft>
          <a:spcPct val="0"/>
        </a:spcAft>
        <a:defRPr sz="4400">
          <a:solidFill>
            <a:schemeClr val="tx2"/>
          </a:solidFill>
          <a:latin typeface="Arial" pitchFamily="34" charset="0"/>
          <a:cs typeface="Arial" pitchFamily="34" charset="0"/>
        </a:defRPr>
      </a:lvl8pPr>
      <a:lvl9pPr marL="1828800" algn="ctr" rtl="0" fontAlgn="base">
        <a:spcBef>
          <a:spcPct val="0"/>
        </a:spcBef>
        <a:spcAft>
          <a:spcPct val="0"/>
        </a:spcAft>
        <a:defRPr sz="4400">
          <a:solidFill>
            <a:schemeClr val="tx2"/>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1.v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9.emf"/></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3246B72-EB6A-FB2F-A4E8-EC23280C52B2}"/>
              </a:ext>
            </a:extLst>
          </p:cNvPr>
          <p:cNvSpPr>
            <a:spLocks noGrp="1" noChangeArrowheads="1"/>
          </p:cNvSpPr>
          <p:nvPr>
            <p:ph type="ctrTitle"/>
          </p:nvPr>
        </p:nvSpPr>
        <p:spPr/>
        <p:txBody>
          <a:bodyPr/>
          <a:lstStyle/>
          <a:p>
            <a:pPr eaLnBrk="1" hangingPunct="1"/>
            <a:r>
              <a:rPr lang="en-US" altLang="en-US"/>
              <a:t>Chapter 5</a:t>
            </a:r>
          </a:p>
        </p:txBody>
      </p:sp>
      <p:sp>
        <p:nvSpPr>
          <p:cNvPr id="6147" name="Rectangle 3">
            <a:extLst>
              <a:ext uri="{FF2B5EF4-FFF2-40B4-BE49-F238E27FC236}">
                <a16:creationId xmlns:a16="http://schemas.microsoft.com/office/drawing/2014/main" id="{E19A144E-E8F3-BF11-9448-50E051DDDA74}"/>
              </a:ext>
            </a:extLst>
          </p:cNvPr>
          <p:cNvSpPr>
            <a:spLocks noGrp="1" noChangeArrowheads="1"/>
          </p:cNvSpPr>
          <p:nvPr>
            <p:ph type="subTitle" idx="1"/>
          </p:nvPr>
        </p:nvSpPr>
        <p:spPr/>
        <p:txBody>
          <a:bodyPr/>
          <a:lstStyle/>
          <a:p>
            <a:pPr eaLnBrk="1" hangingPunct="1">
              <a:lnSpc>
                <a:spcPct val="90000"/>
              </a:lnSpc>
            </a:pPr>
            <a:r>
              <a:rPr lang="en-US" altLang="en-US" sz="3600"/>
              <a:t>Basic Computer Organization</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25C45C6-6B2E-5340-4E94-674F85C0590A}"/>
              </a:ext>
            </a:extLst>
          </p:cNvPr>
          <p:cNvSpPr>
            <a:spLocks noGrp="1" noChangeArrowheads="1"/>
          </p:cNvSpPr>
          <p:nvPr>
            <p:ph type="title"/>
          </p:nvPr>
        </p:nvSpPr>
        <p:spPr/>
        <p:txBody>
          <a:bodyPr/>
          <a:lstStyle/>
          <a:p>
            <a:pPr eaLnBrk="1" hangingPunct="1"/>
            <a:r>
              <a:rPr lang="en-US" altLang="en-US" b="1">
                <a:solidFill>
                  <a:schemeClr val="tx1"/>
                </a:solidFill>
              </a:rPr>
              <a:t>Purpose of This Chapter</a:t>
            </a:r>
          </a:p>
        </p:txBody>
      </p:sp>
      <p:sp>
        <p:nvSpPr>
          <p:cNvPr id="7171" name="Rectangle 3">
            <a:extLst>
              <a:ext uri="{FF2B5EF4-FFF2-40B4-BE49-F238E27FC236}">
                <a16:creationId xmlns:a16="http://schemas.microsoft.com/office/drawing/2014/main" id="{E4D7662D-3C86-718A-19B9-AEB66E959683}"/>
              </a:ext>
            </a:extLst>
          </p:cNvPr>
          <p:cNvSpPr>
            <a:spLocks noGrp="1" noChangeArrowheads="1"/>
          </p:cNvSpPr>
          <p:nvPr>
            <p:ph type="body" idx="1"/>
          </p:nvPr>
        </p:nvSpPr>
        <p:spPr/>
        <p:txBody>
          <a:bodyPr/>
          <a:lstStyle/>
          <a:p>
            <a:pPr eaLnBrk="1" hangingPunct="1"/>
            <a:r>
              <a:rPr lang="en-US" altLang="en-US"/>
              <a:t>In this chapter we </a:t>
            </a:r>
            <a:r>
              <a:rPr lang="en-US" altLang="en-US">
                <a:solidFill>
                  <a:schemeClr val="folHlink"/>
                </a:solidFill>
              </a:rPr>
              <a:t>introduce a basic computer</a:t>
            </a:r>
            <a:r>
              <a:rPr lang="en-US" altLang="en-US"/>
              <a:t> and show how its operation can be specified with register transfer statements. </a:t>
            </a:r>
          </a:p>
          <a:p>
            <a:pPr eaLnBrk="1" hangingPunct="1"/>
            <a:endParaRPr lang="en-US" altLang="en-US"/>
          </a:p>
          <a:p>
            <a:pPr eaLnBrk="1" hangingPunct="1"/>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558EDEE-75BB-5F7C-46B0-301F2C15EE8A}"/>
              </a:ext>
            </a:extLst>
          </p:cNvPr>
          <p:cNvSpPr>
            <a:spLocks noGrp="1" noChangeArrowheads="1"/>
          </p:cNvSpPr>
          <p:nvPr>
            <p:ph type="title"/>
          </p:nvPr>
        </p:nvSpPr>
        <p:spPr/>
        <p:txBody>
          <a:bodyPr/>
          <a:lstStyle/>
          <a:p>
            <a:pPr eaLnBrk="1" hangingPunct="1"/>
            <a:r>
              <a:rPr lang="en-US" altLang="ko-KR" sz="4000">
                <a:ea typeface="굴림" panose="020B0600000101010101" pitchFamily="34" charset="-127"/>
              </a:rPr>
              <a:t>Instruction Codes</a:t>
            </a:r>
            <a:endParaRPr lang="en-US" altLang="en-US" sz="4000">
              <a:ea typeface="굴림" panose="020B0600000101010101" pitchFamily="34" charset="-127"/>
            </a:endParaRPr>
          </a:p>
        </p:txBody>
      </p:sp>
      <p:sp>
        <p:nvSpPr>
          <p:cNvPr id="8195" name="Rectangle 3">
            <a:extLst>
              <a:ext uri="{FF2B5EF4-FFF2-40B4-BE49-F238E27FC236}">
                <a16:creationId xmlns:a16="http://schemas.microsoft.com/office/drawing/2014/main" id="{745A5744-5A66-1005-A653-566DA0633B30}"/>
              </a:ext>
            </a:extLst>
          </p:cNvPr>
          <p:cNvSpPr>
            <a:spLocks noGrp="1" noChangeArrowheads="1"/>
          </p:cNvSpPr>
          <p:nvPr>
            <p:ph type="body" idx="1"/>
          </p:nvPr>
        </p:nvSpPr>
        <p:spPr>
          <a:xfrm>
            <a:off x="1219200" y="1981200"/>
            <a:ext cx="7772400" cy="4114800"/>
          </a:xfrm>
        </p:spPr>
        <p:txBody>
          <a:bodyPr/>
          <a:lstStyle/>
          <a:p>
            <a:pPr eaLnBrk="1" hangingPunct="1">
              <a:lnSpc>
                <a:spcPct val="90000"/>
              </a:lnSpc>
              <a:buFont typeface="Wingdings" panose="05000000000000000000" pitchFamily="2" charset="2"/>
              <a:buNone/>
            </a:pPr>
            <a:r>
              <a:rPr lang="en-US" altLang="ko-KR" sz="2800">
                <a:ea typeface="굴림" panose="020B0600000101010101" pitchFamily="34" charset="-127"/>
              </a:rPr>
              <a:t>A process is controlled by a </a:t>
            </a:r>
            <a:r>
              <a:rPr lang="en-US" altLang="ko-KR" sz="2800" b="1" i="1">
                <a:solidFill>
                  <a:srgbClr val="003366"/>
                </a:solidFill>
                <a:ea typeface="굴림" panose="020B0600000101010101" pitchFamily="34" charset="-127"/>
              </a:rPr>
              <a:t>program</a:t>
            </a:r>
            <a:endParaRPr lang="en-US" altLang="ko-KR" sz="2800">
              <a:ea typeface="굴림" panose="020B0600000101010101" pitchFamily="34" charset="-127"/>
            </a:endParaRPr>
          </a:p>
          <a:p>
            <a:pPr lvl="1" eaLnBrk="1" hangingPunct="1">
              <a:lnSpc>
                <a:spcPct val="90000"/>
              </a:lnSpc>
            </a:pPr>
            <a:r>
              <a:rPr lang="en-US" altLang="ko-KR">
                <a:ea typeface="굴림" panose="020B0600000101010101" pitchFamily="34" charset="-127"/>
              </a:rPr>
              <a:t>A program is a set of</a:t>
            </a:r>
            <a:r>
              <a:rPr lang="en-US" altLang="ko-KR" b="1" i="1">
                <a:solidFill>
                  <a:srgbClr val="003366"/>
                </a:solidFill>
                <a:ea typeface="굴림" panose="020B0600000101010101" pitchFamily="34" charset="-127"/>
              </a:rPr>
              <a:t> instructions</a:t>
            </a:r>
            <a:r>
              <a:rPr lang="en-US" altLang="ko-KR">
                <a:ea typeface="굴림" panose="020B0600000101010101" pitchFamily="34" charset="-127"/>
              </a:rPr>
              <a:t> that specify the operations, data, and the control sequence</a:t>
            </a:r>
          </a:p>
          <a:p>
            <a:pPr lvl="1" eaLnBrk="1" hangingPunct="1">
              <a:lnSpc>
                <a:spcPct val="90000"/>
              </a:lnSpc>
            </a:pPr>
            <a:r>
              <a:rPr lang="en-US" altLang="ko-KR">
                <a:ea typeface="굴림" panose="020B0600000101010101" pitchFamily="34" charset="-127"/>
              </a:rPr>
              <a:t>An instruction is stored in binary code that specifies a sequence of microoperations</a:t>
            </a:r>
          </a:p>
          <a:p>
            <a:pPr lvl="1" eaLnBrk="1" hangingPunct="1">
              <a:lnSpc>
                <a:spcPct val="90000"/>
              </a:lnSpc>
            </a:pPr>
            <a:r>
              <a:rPr lang="en-US" altLang="ko-KR">
                <a:ea typeface="굴림" panose="020B0600000101010101" pitchFamily="34" charset="-127"/>
              </a:rPr>
              <a:t>Instruction codes together with data are stored in memory (Stored Program Concept)</a:t>
            </a:r>
          </a:p>
          <a:p>
            <a:pPr eaLnBrk="1" hangingPunct="1">
              <a:lnSpc>
                <a:spcPct val="90000"/>
              </a:lnSpc>
            </a:pP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2">
            <a:extLst>
              <a:ext uri="{FF2B5EF4-FFF2-40B4-BE49-F238E27FC236}">
                <a16:creationId xmlns:a16="http://schemas.microsoft.com/office/drawing/2014/main" id="{17B6C55A-5F6E-9A8C-7423-555B5F1F7F4F}"/>
              </a:ext>
            </a:extLst>
          </p:cNvPr>
          <p:cNvSpPr>
            <a:spLocks noGrp="1" noChangeArrowheads="1"/>
          </p:cNvSpPr>
          <p:nvPr>
            <p:ph idx="1"/>
          </p:nvPr>
        </p:nvSpPr>
        <p:spPr/>
        <p:txBody>
          <a:bodyPr/>
          <a:lstStyle/>
          <a:p>
            <a:pPr eaLnBrk="1" hangingPunct="1"/>
            <a:r>
              <a:rPr lang="en-US" altLang="ko-KR">
                <a:ea typeface="굴림" panose="020B0600000101010101" pitchFamily="34" charset="-127"/>
              </a:rPr>
              <a:t>Instruction Code is a group of bits that instructs the computer to perform a specific operation.</a:t>
            </a:r>
          </a:p>
          <a:p>
            <a:pPr eaLnBrk="1" hangingPunct="1"/>
            <a:r>
              <a:rPr lang="en-US" altLang="en-US">
                <a:ea typeface="굴림" panose="020B0600000101010101" pitchFamily="34" charset="-127"/>
              </a:rPr>
              <a:t>The basic part is the operation part.</a:t>
            </a:r>
          </a:p>
          <a:p>
            <a:pPr lvl="1" eaLnBrk="1" hangingPunct="1"/>
            <a:r>
              <a:rPr lang="en-US" altLang="en-US">
                <a:ea typeface="굴림" panose="020B0600000101010101" pitchFamily="34" charset="-127"/>
              </a:rPr>
              <a:t>A group of bits that define such operations as add, subtract, multiply, shift and complement.</a:t>
            </a:r>
          </a:p>
          <a:p>
            <a:pPr lvl="1" eaLnBrk="1" hangingPunct="1"/>
            <a:endParaRPr lang="en-US" altLang="en-US"/>
          </a:p>
        </p:txBody>
      </p:sp>
      <p:sp>
        <p:nvSpPr>
          <p:cNvPr id="9219" name="Rectangle 2">
            <a:extLst>
              <a:ext uri="{FF2B5EF4-FFF2-40B4-BE49-F238E27FC236}">
                <a16:creationId xmlns:a16="http://schemas.microsoft.com/office/drawing/2014/main" id="{3E19CD81-D056-3CEA-D005-05998A1C9206}"/>
              </a:ext>
            </a:extLst>
          </p:cNvPr>
          <p:cNvSpPr>
            <a:spLocks noGrp="1" noChangeArrowheads="1"/>
          </p:cNvSpPr>
          <p:nvPr>
            <p:ph type="title"/>
          </p:nvPr>
        </p:nvSpPr>
        <p:spPr/>
        <p:txBody>
          <a:bodyPr/>
          <a:lstStyle/>
          <a:p>
            <a:pPr eaLnBrk="1" hangingPunct="1"/>
            <a:r>
              <a:rPr lang="en-US" altLang="ko-KR" sz="4000">
                <a:ea typeface="굴림" panose="020B0600000101010101" pitchFamily="34" charset="-127"/>
              </a:rPr>
              <a:t>Instruction Codes</a:t>
            </a:r>
            <a:endParaRPr lang="en-US" altLang="en-US" sz="4000">
              <a:ea typeface="굴림" panose="020B0600000101010101" pitchFamily="34" charset="-127"/>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Rectangle 5">
            <a:extLst>
              <a:ext uri="{FF2B5EF4-FFF2-40B4-BE49-F238E27FC236}">
                <a16:creationId xmlns:a16="http://schemas.microsoft.com/office/drawing/2014/main" id="{C2CDE148-BBE4-D454-D2B7-BD7E7AD3F825}"/>
              </a:ext>
            </a:extLst>
          </p:cNvPr>
          <p:cNvSpPr>
            <a:spLocks noGrp="1" noChangeArrowheads="1"/>
          </p:cNvSpPr>
          <p:nvPr>
            <p:ph type="title" idx="4294967295"/>
          </p:nvPr>
        </p:nvSpPr>
        <p:spPr/>
        <p:txBody>
          <a:bodyPr anchor="ctr"/>
          <a:lstStyle/>
          <a:p>
            <a:pPr eaLnBrk="1" hangingPunct="1"/>
            <a:r>
              <a:rPr lang="en-US" altLang="en-US" sz="4000"/>
              <a:t>Program statements and computer instructions</a:t>
            </a:r>
          </a:p>
        </p:txBody>
      </p:sp>
      <p:graphicFrame>
        <p:nvGraphicFramePr>
          <p:cNvPr id="1026" name="Organization Chart 9">
            <a:extLst>
              <a:ext uri="{FF2B5EF4-FFF2-40B4-BE49-F238E27FC236}">
                <a16:creationId xmlns:a16="http://schemas.microsoft.com/office/drawing/2014/main" id="{C9AAA2CD-FBCC-3BC3-F3B5-02041DE18450}"/>
              </a:ext>
            </a:extLst>
          </p:cNvPr>
          <p:cNvGraphicFramePr>
            <a:graphicFrameLocks noGrp="1" noChangeAspect="1"/>
          </p:cNvGraphicFramePr>
          <p:nvPr>
            <p:ph idx="4294967295"/>
          </p:nvPr>
        </p:nvGraphicFramePr>
        <p:xfrm>
          <a:off x="1182688" y="2017713"/>
          <a:ext cx="7772400" cy="4114800"/>
        </p:xfrm>
        <a:graphic>
          <a:graphicData uri="http://schemas.openxmlformats.org/drawingml/2006/compatibility">
            <com:legacyDrawing xmlns:com="http://schemas.openxmlformats.org/drawingml/2006/compatibility" spid="_x0000_s102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27">
            <a:extLst>
              <a:ext uri="{FF2B5EF4-FFF2-40B4-BE49-F238E27FC236}">
                <a16:creationId xmlns:a16="http://schemas.microsoft.com/office/drawing/2014/main" id="{CB64D15F-3DA8-BB8E-966E-ACC958C0E359}"/>
              </a:ext>
            </a:extLst>
          </p:cNvPr>
          <p:cNvGrpSpPr>
            <a:grpSpLocks/>
          </p:cNvGrpSpPr>
          <p:nvPr/>
        </p:nvGrpSpPr>
        <p:grpSpPr bwMode="auto">
          <a:xfrm>
            <a:off x="1295400" y="2590800"/>
            <a:ext cx="6324600" cy="3505200"/>
            <a:chOff x="2217738" y="3048000"/>
            <a:chExt cx="5284319" cy="2347705"/>
          </a:xfrm>
        </p:grpSpPr>
        <p:sp>
          <p:nvSpPr>
            <p:cNvPr id="11268" name="Rectangle 5">
              <a:extLst>
                <a:ext uri="{FF2B5EF4-FFF2-40B4-BE49-F238E27FC236}">
                  <a16:creationId xmlns:a16="http://schemas.microsoft.com/office/drawing/2014/main" id="{035D709F-3834-6789-BF05-4A24F854C86B}"/>
                </a:ext>
              </a:extLst>
            </p:cNvPr>
            <p:cNvSpPr>
              <a:spLocks noChangeArrowheads="1"/>
            </p:cNvSpPr>
            <p:nvPr/>
          </p:nvSpPr>
          <p:spPr bwMode="auto">
            <a:xfrm>
              <a:off x="2333625" y="3709987"/>
              <a:ext cx="2535238" cy="17303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p>
          </p:txBody>
        </p:sp>
        <p:sp>
          <p:nvSpPr>
            <p:cNvPr id="11269" name="Rectangle 6">
              <a:extLst>
                <a:ext uri="{FF2B5EF4-FFF2-40B4-BE49-F238E27FC236}">
                  <a16:creationId xmlns:a16="http://schemas.microsoft.com/office/drawing/2014/main" id="{FA6A7C29-2990-6112-FBC9-65735493D73C}"/>
                </a:ext>
              </a:extLst>
            </p:cNvPr>
            <p:cNvSpPr>
              <a:spLocks noChangeArrowheads="1"/>
            </p:cNvSpPr>
            <p:nvPr/>
          </p:nvSpPr>
          <p:spPr bwMode="auto">
            <a:xfrm>
              <a:off x="2312988" y="3668712"/>
              <a:ext cx="846066"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Opcode</a:t>
              </a:r>
            </a:p>
          </p:txBody>
        </p:sp>
        <p:sp>
          <p:nvSpPr>
            <p:cNvPr id="11270" name="Rectangle 7">
              <a:extLst>
                <a:ext uri="{FF2B5EF4-FFF2-40B4-BE49-F238E27FC236}">
                  <a16:creationId xmlns:a16="http://schemas.microsoft.com/office/drawing/2014/main" id="{DAEDCA4F-FB9B-7D30-378E-8A6D1BEDE308}"/>
                </a:ext>
              </a:extLst>
            </p:cNvPr>
            <p:cNvSpPr>
              <a:spLocks noChangeArrowheads="1"/>
            </p:cNvSpPr>
            <p:nvPr/>
          </p:nvSpPr>
          <p:spPr bwMode="auto">
            <a:xfrm>
              <a:off x="3502025" y="3678237"/>
              <a:ext cx="889232"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Address</a:t>
              </a:r>
            </a:p>
          </p:txBody>
        </p:sp>
        <p:sp>
          <p:nvSpPr>
            <p:cNvPr id="11271" name="Rectangle 8">
              <a:extLst>
                <a:ext uri="{FF2B5EF4-FFF2-40B4-BE49-F238E27FC236}">
                  <a16:creationId xmlns:a16="http://schemas.microsoft.com/office/drawing/2014/main" id="{9C4B7E19-44B0-BFC3-C4BF-57F0530C7FE3}"/>
                </a:ext>
              </a:extLst>
            </p:cNvPr>
            <p:cNvSpPr>
              <a:spLocks noChangeArrowheads="1"/>
            </p:cNvSpPr>
            <p:nvPr/>
          </p:nvSpPr>
          <p:spPr bwMode="auto">
            <a:xfrm>
              <a:off x="2549525" y="3862387"/>
              <a:ext cx="1906525"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Instruction Format</a:t>
              </a:r>
            </a:p>
          </p:txBody>
        </p:sp>
        <p:sp>
          <p:nvSpPr>
            <p:cNvPr id="11272" name="Rectangle 9">
              <a:extLst>
                <a:ext uri="{FF2B5EF4-FFF2-40B4-BE49-F238E27FC236}">
                  <a16:creationId xmlns:a16="http://schemas.microsoft.com/office/drawing/2014/main" id="{0E64EEB4-B9B1-13F8-7453-A9F67A295B54}"/>
                </a:ext>
              </a:extLst>
            </p:cNvPr>
            <p:cNvSpPr>
              <a:spLocks noChangeArrowheads="1"/>
            </p:cNvSpPr>
            <p:nvPr/>
          </p:nvSpPr>
          <p:spPr bwMode="auto">
            <a:xfrm>
              <a:off x="2760663" y="4421187"/>
              <a:ext cx="1597164"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Binary Operand</a:t>
              </a:r>
            </a:p>
          </p:txBody>
        </p:sp>
        <p:sp>
          <p:nvSpPr>
            <p:cNvPr id="11273" name="Rectangle 10">
              <a:extLst>
                <a:ext uri="{FF2B5EF4-FFF2-40B4-BE49-F238E27FC236}">
                  <a16:creationId xmlns:a16="http://schemas.microsoft.com/office/drawing/2014/main" id="{499D3A73-283B-2272-C95D-CD127B41FD22}"/>
                </a:ext>
              </a:extLst>
            </p:cNvPr>
            <p:cNvSpPr>
              <a:spLocks noChangeArrowheads="1"/>
            </p:cNvSpPr>
            <p:nvPr/>
          </p:nvSpPr>
          <p:spPr bwMode="auto">
            <a:xfrm>
              <a:off x="5832475" y="3768725"/>
              <a:ext cx="1283487" cy="39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Instructions</a:t>
              </a:r>
            </a:p>
            <a:p>
              <a:pPr eaLnBrk="1">
                <a:lnSpc>
                  <a:spcPct val="90000"/>
                </a:lnSpc>
                <a:spcBef>
                  <a:spcPct val="0"/>
                </a:spcBef>
                <a:buClrTx/>
                <a:buSzTx/>
                <a:buFontTx/>
                <a:buNone/>
              </a:pPr>
              <a:endParaRPr kumimoji="1" lang="en-US" altLang="ko-KR" sz="1600" b="1">
                <a:solidFill>
                  <a:srgbClr val="000000"/>
                </a:solidFill>
                <a:ea typeface="굴림" panose="020B0600000101010101" pitchFamily="34" charset="-127"/>
              </a:endParaRPr>
            </a:p>
          </p:txBody>
        </p:sp>
        <p:sp>
          <p:nvSpPr>
            <p:cNvPr id="11274" name="Rectangle 11">
              <a:extLst>
                <a:ext uri="{FF2B5EF4-FFF2-40B4-BE49-F238E27FC236}">
                  <a16:creationId xmlns:a16="http://schemas.microsoft.com/office/drawing/2014/main" id="{92E2C3C4-9333-2787-92C6-95AF45B4F70D}"/>
                </a:ext>
              </a:extLst>
            </p:cNvPr>
            <p:cNvSpPr>
              <a:spLocks noChangeArrowheads="1"/>
            </p:cNvSpPr>
            <p:nvPr/>
          </p:nvSpPr>
          <p:spPr bwMode="auto">
            <a:xfrm>
              <a:off x="5910263" y="3886200"/>
              <a:ext cx="1110820"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(program)</a:t>
              </a:r>
            </a:p>
          </p:txBody>
        </p:sp>
        <p:sp>
          <p:nvSpPr>
            <p:cNvPr id="11275" name="Rectangle 12">
              <a:extLst>
                <a:ext uri="{FF2B5EF4-FFF2-40B4-BE49-F238E27FC236}">
                  <a16:creationId xmlns:a16="http://schemas.microsoft.com/office/drawing/2014/main" id="{39CC3E5E-57DF-7495-1EF9-55D8F27AEE9D}"/>
                </a:ext>
              </a:extLst>
            </p:cNvPr>
            <p:cNvSpPr>
              <a:spLocks noChangeArrowheads="1"/>
            </p:cNvSpPr>
            <p:nvPr/>
          </p:nvSpPr>
          <p:spPr bwMode="auto">
            <a:xfrm>
              <a:off x="5910263" y="4392612"/>
              <a:ext cx="1038876" cy="39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Operands</a:t>
              </a:r>
            </a:p>
            <a:p>
              <a:pPr eaLnBrk="1">
                <a:lnSpc>
                  <a:spcPct val="90000"/>
                </a:lnSpc>
                <a:spcBef>
                  <a:spcPct val="0"/>
                </a:spcBef>
                <a:buClrTx/>
                <a:buSzTx/>
                <a:buFontTx/>
                <a:buNone/>
              </a:pPr>
              <a:endParaRPr kumimoji="1" lang="en-US" altLang="ko-KR" sz="1600" b="1">
                <a:solidFill>
                  <a:srgbClr val="000000"/>
                </a:solidFill>
                <a:ea typeface="굴림" panose="020B0600000101010101" pitchFamily="34" charset="-127"/>
              </a:endParaRPr>
            </a:p>
          </p:txBody>
        </p:sp>
        <p:sp>
          <p:nvSpPr>
            <p:cNvPr id="11276" name="Rectangle 13">
              <a:extLst>
                <a:ext uri="{FF2B5EF4-FFF2-40B4-BE49-F238E27FC236}">
                  <a16:creationId xmlns:a16="http://schemas.microsoft.com/office/drawing/2014/main" id="{4B1B709D-13A8-3E3A-FF3D-0F26E5C46FD5}"/>
                </a:ext>
              </a:extLst>
            </p:cNvPr>
            <p:cNvSpPr>
              <a:spLocks noChangeArrowheads="1"/>
            </p:cNvSpPr>
            <p:nvPr/>
          </p:nvSpPr>
          <p:spPr bwMode="auto">
            <a:xfrm>
              <a:off x="6078538" y="4511675"/>
              <a:ext cx="730954"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(data)</a:t>
              </a:r>
            </a:p>
          </p:txBody>
        </p:sp>
        <p:sp>
          <p:nvSpPr>
            <p:cNvPr id="11277" name="Rectangle 14">
              <a:extLst>
                <a:ext uri="{FF2B5EF4-FFF2-40B4-BE49-F238E27FC236}">
                  <a16:creationId xmlns:a16="http://schemas.microsoft.com/office/drawing/2014/main" id="{5DC917F0-0DD0-C81C-2F2C-590AE8E04523}"/>
                </a:ext>
              </a:extLst>
            </p:cNvPr>
            <p:cNvSpPr>
              <a:spLocks noChangeArrowheads="1"/>
            </p:cNvSpPr>
            <p:nvPr/>
          </p:nvSpPr>
          <p:spPr bwMode="auto">
            <a:xfrm>
              <a:off x="5634038" y="4997449"/>
              <a:ext cx="1834581" cy="39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Processor register</a:t>
              </a:r>
            </a:p>
            <a:p>
              <a:pPr eaLnBrk="1">
                <a:lnSpc>
                  <a:spcPct val="90000"/>
                </a:lnSpc>
                <a:spcBef>
                  <a:spcPct val="0"/>
                </a:spcBef>
                <a:buClrTx/>
                <a:buSzTx/>
                <a:buFontTx/>
                <a:buNone/>
              </a:pPr>
              <a:endParaRPr kumimoji="1" lang="en-US" altLang="ko-KR" sz="1600" b="1">
                <a:solidFill>
                  <a:srgbClr val="000000"/>
                </a:solidFill>
                <a:ea typeface="굴림" panose="020B0600000101010101" pitchFamily="34" charset="-127"/>
              </a:endParaRPr>
            </a:p>
          </p:txBody>
        </p:sp>
        <p:sp>
          <p:nvSpPr>
            <p:cNvPr id="11278" name="Rectangle 15">
              <a:extLst>
                <a:ext uri="{FF2B5EF4-FFF2-40B4-BE49-F238E27FC236}">
                  <a16:creationId xmlns:a16="http://schemas.microsoft.com/office/drawing/2014/main" id="{C96DB1DF-26DC-3A18-9DD6-B0466B228AAD}"/>
                </a:ext>
              </a:extLst>
            </p:cNvPr>
            <p:cNvSpPr>
              <a:spLocks noChangeArrowheads="1"/>
            </p:cNvSpPr>
            <p:nvPr/>
          </p:nvSpPr>
          <p:spPr bwMode="auto">
            <a:xfrm>
              <a:off x="5653088" y="5135562"/>
              <a:ext cx="1848969"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(Accumulator, AC)</a:t>
              </a:r>
            </a:p>
          </p:txBody>
        </p:sp>
        <p:sp>
          <p:nvSpPr>
            <p:cNvPr id="11279" name="Rectangle 17">
              <a:extLst>
                <a:ext uri="{FF2B5EF4-FFF2-40B4-BE49-F238E27FC236}">
                  <a16:creationId xmlns:a16="http://schemas.microsoft.com/office/drawing/2014/main" id="{FD7887B2-F71D-3F06-B8EB-04C36068BF8C}"/>
                </a:ext>
              </a:extLst>
            </p:cNvPr>
            <p:cNvSpPr>
              <a:spLocks noChangeArrowheads="1"/>
            </p:cNvSpPr>
            <p:nvPr/>
          </p:nvSpPr>
          <p:spPr bwMode="auto">
            <a:xfrm>
              <a:off x="5846763" y="3048000"/>
              <a:ext cx="968371" cy="39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Memory</a:t>
              </a:r>
            </a:p>
            <a:p>
              <a:pPr>
                <a:lnSpc>
                  <a:spcPct val="90000"/>
                </a:lnSpc>
                <a:spcBef>
                  <a:spcPct val="0"/>
                </a:spcBef>
                <a:buClrTx/>
                <a:buSzTx/>
                <a:buFontTx/>
                <a:buNone/>
              </a:pPr>
              <a:r>
                <a:rPr kumimoji="1" lang="en-US" altLang="ko-KR" sz="1600" b="1">
                  <a:solidFill>
                    <a:srgbClr val="000000"/>
                  </a:solidFill>
                  <a:ea typeface="굴림" panose="020B0600000101010101" pitchFamily="34" charset="-127"/>
                </a:rPr>
                <a:t>4096x16</a:t>
              </a:r>
            </a:p>
          </p:txBody>
        </p:sp>
        <p:sp>
          <p:nvSpPr>
            <p:cNvPr id="11280" name="Line 18">
              <a:extLst>
                <a:ext uri="{FF2B5EF4-FFF2-40B4-BE49-F238E27FC236}">
                  <a16:creationId xmlns:a16="http://schemas.microsoft.com/office/drawing/2014/main" id="{F87A38AD-1AD7-23FD-4BF4-BD501BF28520}"/>
                </a:ext>
              </a:extLst>
            </p:cNvPr>
            <p:cNvSpPr>
              <a:spLocks noChangeShapeType="1"/>
            </p:cNvSpPr>
            <p:nvPr/>
          </p:nvSpPr>
          <p:spPr bwMode="auto">
            <a:xfrm>
              <a:off x="3140075" y="3709987"/>
              <a:ext cx="0" cy="1825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81" name="Rectangle 19">
              <a:extLst>
                <a:ext uri="{FF2B5EF4-FFF2-40B4-BE49-F238E27FC236}">
                  <a16:creationId xmlns:a16="http://schemas.microsoft.com/office/drawing/2014/main" id="{0DC4DFBB-C23B-824B-CBDB-64059C3E5650}"/>
                </a:ext>
              </a:extLst>
            </p:cNvPr>
            <p:cNvSpPr>
              <a:spLocks noChangeArrowheads="1"/>
            </p:cNvSpPr>
            <p:nvPr/>
          </p:nvSpPr>
          <p:spPr bwMode="auto">
            <a:xfrm>
              <a:off x="2217738" y="3508375"/>
              <a:ext cx="385622"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15</a:t>
              </a:r>
            </a:p>
          </p:txBody>
        </p:sp>
        <p:sp>
          <p:nvSpPr>
            <p:cNvPr id="11282" name="Rectangle 20">
              <a:extLst>
                <a:ext uri="{FF2B5EF4-FFF2-40B4-BE49-F238E27FC236}">
                  <a16:creationId xmlns:a16="http://schemas.microsoft.com/office/drawing/2014/main" id="{628FCC7E-76FB-D946-4A76-836BBF4674A9}"/>
                </a:ext>
              </a:extLst>
            </p:cNvPr>
            <p:cNvSpPr>
              <a:spLocks noChangeArrowheads="1"/>
            </p:cNvSpPr>
            <p:nvPr/>
          </p:nvSpPr>
          <p:spPr bwMode="auto">
            <a:xfrm>
              <a:off x="2828925" y="3508375"/>
              <a:ext cx="385622"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12</a:t>
              </a:r>
            </a:p>
          </p:txBody>
        </p:sp>
        <p:sp>
          <p:nvSpPr>
            <p:cNvPr id="11283" name="Rectangle 21">
              <a:extLst>
                <a:ext uri="{FF2B5EF4-FFF2-40B4-BE49-F238E27FC236}">
                  <a16:creationId xmlns:a16="http://schemas.microsoft.com/office/drawing/2014/main" id="{D44AB37B-0A17-09CD-7C6C-84C7A8F45F25}"/>
                </a:ext>
              </a:extLst>
            </p:cNvPr>
            <p:cNvSpPr>
              <a:spLocks noChangeArrowheads="1"/>
            </p:cNvSpPr>
            <p:nvPr/>
          </p:nvSpPr>
          <p:spPr bwMode="auto">
            <a:xfrm>
              <a:off x="3132138" y="3508375"/>
              <a:ext cx="385622"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11</a:t>
              </a:r>
            </a:p>
          </p:txBody>
        </p:sp>
        <p:sp>
          <p:nvSpPr>
            <p:cNvPr id="11284" name="Rectangle 22">
              <a:extLst>
                <a:ext uri="{FF2B5EF4-FFF2-40B4-BE49-F238E27FC236}">
                  <a16:creationId xmlns:a16="http://schemas.microsoft.com/office/drawing/2014/main" id="{92CBB922-598E-B325-D475-A0280E4DD27A}"/>
                </a:ext>
              </a:extLst>
            </p:cNvPr>
            <p:cNvSpPr>
              <a:spLocks noChangeArrowheads="1"/>
            </p:cNvSpPr>
            <p:nvPr/>
          </p:nvSpPr>
          <p:spPr bwMode="auto">
            <a:xfrm>
              <a:off x="4638675" y="3508375"/>
              <a:ext cx="267633"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0</a:t>
              </a:r>
            </a:p>
          </p:txBody>
        </p:sp>
        <p:sp>
          <p:nvSpPr>
            <p:cNvPr id="11285" name="Rectangle 23">
              <a:extLst>
                <a:ext uri="{FF2B5EF4-FFF2-40B4-BE49-F238E27FC236}">
                  <a16:creationId xmlns:a16="http://schemas.microsoft.com/office/drawing/2014/main" id="{3ED366CB-C64F-97B9-4675-17BB71B70C94}"/>
                </a:ext>
              </a:extLst>
            </p:cNvPr>
            <p:cNvSpPr>
              <a:spLocks noChangeArrowheads="1"/>
            </p:cNvSpPr>
            <p:nvPr/>
          </p:nvSpPr>
          <p:spPr bwMode="auto">
            <a:xfrm>
              <a:off x="2343150" y="4451350"/>
              <a:ext cx="2535238" cy="1651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p>
          </p:txBody>
        </p:sp>
        <p:sp>
          <p:nvSpPr>
            <p:cNvPr id="11286" name="Rectangle 24">
              <a:extLst>
                <a:ext uri="{FF2B5EF4-FFF2-40B4-BE49-F238E27FC236}">
                  <a16:creationId xmlns:a16="http://schemas.microsoft.com/office/drawing/2014/main" id="{0055251C-90E4-2079-F3C2-8B203A620446}"/>
                </a:ext>
              </a:extLst>
            </p:cNvPr>
            <p:cNvSpPr>
              <a:spLocks noChangeArrowheads="1"/>
            </p:cNvSpPr>
            <p:nvPr/>
          </p:nvSpPr>
          <p:spPr bwMode="auto">
            <a:xfrm>
              <a:off x="2227263" y="4251325"/>
              <a:ext cx="385622"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15</a:t>
              </a:r>
            </a:p>
          </p:txBody>
        </p:sp>
        <p:sp>
          <p:nvSpPr>
            <p:cNvPr id="11287" name="Rectangle 25">
              <a:extLst>
                <a:ext uri="{FF2B5EF4-FFF2-40B4-BE49-F238E27FC236}">
                  <a16:creationId xmlns:a16="http://schemas.microsoft.com/office/drawing/2014/main" id="{9894659A-A526-A629-877A-BC59532FC69A}"/>
                </a:ext>
              </a:extLst>
            </p:cNvPr>
            <p:cNvSpPr>
              <a:spLocks noChangeArrowheads="1"/>
            </p:cNvSpPr>
            <p:nvPr/>
          </p:nvSpPr>
          <p:spPr bwMode="auto">
            <a:xfrm>
              <a:off x="4648200" y="4251325"/>
              <a:ext cx="267633"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0</a:t>
              </a:r>
            </a:p>
          </p:txBody>
        </p:sp>
        <p:sp>
          <p:nvSpPr>
            <p:cNvPr id="11288" name="Line 26">
              <a:extLst>
                <a:ext uri="{FF2B5EF4-FFF2-40B4-BE49-F238E27FC236}">
                  <a16:creationId xmlns:a16="http://schemas.microsoft.com/office/drawing/2014/main" id="{49FD96E3-8A89-24F5-A0DD-1C1DBCB2D181}"/>
                </a:ext>
              </a:extLst>
            </p:cNvPr>
            <p:cNvSpPr>
              <a:spLocks noChangeShapeType="1"/>
            </p:cNvSpPr>
            <p:nvPr/>
          </p:nvSpPr>
          <p:spPr bwMode="auto">
            <a:xfrm>
              <a:off x="5472113" y="4221162"/>
              <a:ext cx="196850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89" name="Rectangle 27">
              <a:extLst>
                <a:ext uri="{FF2B5EF4-FFF2-40B4-BE49-F238E27FC236}">
                  <a16:creationId xmlns:a16="http://schemas.microsoft.com/office/drawing/2014/main" id="{F6FB2BA6-7CDA-F297-F014-47E41CC0BFC3}"/>
                </a:ext>
              </a:extLst>
            </p:cNvPr>
            <p:cNvSpPr>
              <a:spLocks noChangeArrowheads="1"/>
            </p:cNvSpPr>
            <p:nvPr/>
          </p:nvSpPr>
          <p:spPr bwMode="auto">
            <a:xfrm>
              <a:off x="5453063" y="5030787"/>
              <a:ext cx="1987550" cy="3556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p>
          </p:txBody>
        </p:sp>
        <p:sp>
          <p:nvSpPr>
            <p:cNvPr id="11290" name="Rectangle 29">
              <a:extLst>
                <a:ext uri="{FF2B5EF4-FFF2-40B4-BE49-F238E27FC236}">
                  <a16:creationId xmlns:a16="http://schemas.microsoft.com/office/drawing/2014/main" id="{0B67A60F-23CF-B6D5-C755-ED333B7D2025}"/>
                </a:ext>
              </a:extLst>
            </p:cNvPr>
            <p:cNvSpPr>
              <a:spLocks noChangeArrowheads="1"/>
            </p:cNvSpPr>
            <p:nvPr/>
          </p:nvSpPr>
          <p:spPr bwMode="auto">
            <a:xfrm>
              <a:off x="5453063" y="3649662"/>
              <a:ext cx="1987550" cy="11652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p>
          </p:txBody>
        </p:sp>
      </p:grpSp>
      <p:sp>
        <p:nvSpPr>
          <p:cNvPr id="11267" name="Title 25">
            <a:extLst>
              <a:ext uri="{FF2B5EF4-FFF2-40B4-BE49-F238E27FC236}">
                <a16:creationId xmlns:a16="http://schemas.microsoft.com/office/drawing/2014/main" id="{6F83CA8B-2C8A-2A10-C980-0055237946C1}"/>
              </a:ext>
            </a:extLst>
          </p:cNvPr>
          <p:cNvSpPr>
            <a:spLocks noGrp="1" noChangeArrowheads="1"/>
          </p:cNvSpPr>
          <p:nvPr>
            <p:ph type="title"/>
          </p:nvPr>
        </p:nvSpPr>
        <p:spPr/>
        <p:txBody>
          <a:bodyPr/>
          <a:lstStyle/>
          <a:p>
            <a:pPr eaLnBrk="1" hangingPunct="1"/>
            <a:r>
              <a:rPr kumimoji="1" lang="en-US" altLang="ko-KR" b="1">
                <a:ea typeface="굴림" panose="020B0600000101010101" pitchFamily="34" charset="-127"/>
              </a:rPr>
              <a:t>Simplest stored program organization</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5">
            <a:extLst>
              <a:ext uri="{FF2B5EF4-FFF2-40B4-BE49-F238E27FC236}">
                <a16:creationId xmlns:a16="http://schemas.microsoft.com/office/drawing/2014/main" id="{6D4A41AD-9A10-1E4F-D426-C17AF2755432}"/>
              </a:ext>
            </a:extLst>
          </p:cNvPr>
          <p:cNvSpPr>
            <a:spLocks noGrp="1" noChangeArrowheads="1"/>
          </p:cNvSpPr>
          <p:nvPr>
            <p:ph type="title"/>
          </p:nvPr>
        </p:nvSpPr>
        <p:spPr/>
        <p:txBody>
          <a:bodyPr/>
          <a:lstStyle/>
          <a:p>
            <a:pPr eaLnBrk="1" hangingPunct="1"/>
            <a:r>
              <a:rPr kumimoji="1" lang="en-US" altLang="ko-KR" b="1">
                <a:ea typeface="굴림" panose="020B0600000101010101" pitchFamily="34" charset="-127"/>
              </a:rPr>
              <a:t>Simplest stored program organization</a:t>
            </a:r>
            <a:endParaRPr lang="en-US" altLang="en-US"/>
          </a:p>
        </p:txBody>
      </p:sp>
      <p:pic>
        <p:nvPicPr>
          <p:cNvPr id="12291" name="Picture 2">
            <a:extLst>
              <a:ext uri="{FF2B5EF4-FFF2-40B4-BE49-F238E27FC236}">
                <a16:creationId xmlns:a16="http://schemas.microsoft.com/office/drawing/2014/main" id="{CA9D1193-6B75-F9EE-C03F-62732E0DB55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2209800"/>
            <a:ext cx="8450263" cy="342900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E162A3F-7830-5442-4159-3EFAC0EE9726}"/>
              </a:ext>
            </a:extLst>
          </p:cNvPr>
          <p:cNvSpPr>
            <a:spLocks noGrp="1" noChangeArrowheads="1"/>
          </p:cNvSpPr>
          <p:nvPr>
            <p:ph type="title"/>
          </p:nvPr>
        </p:nvSpPr>
        <p:spPr/>
        <p:txBody>
          <a:bodyPr/>
          <a:lstStyle/>
          <a:p>
            <a:pPr eaLnBrk="1" hangingPunct="1"/>
            <a:r>
              <a:rPr lang="en-US" altLang="ko-KR">
                <a:ea typeface="굴림" panose="020B0600000101010101" pitchFamily="34" charset="-127"/>
              </a:rPr>
              <a:t>Instruction code format</a:t>
            </a:r>
            <a:endParaRPr lang="en-US" altLang="en-US">
              <a:ea typeface="굴림" panose="020B0600000101010101" pitchFamily="34" charset="-127"/>
            </a:endParaRPr>
          </a:p>
        </p:txBody>
      </p:sp>
      <p:sp>
        <p:nvSpPr>
          <p:cNvPr id="13315" name="Rectangle 3">
            <a:extLst>
              <a:ext uri="{FF2B5EF4-FFF2-40B4-BE49-F238E27FC236}">
                <a16:creationId xmlns:a16="http://schemas.microsoft.com/office/drawing/2014/main" id="{51551F91-DF20-AA9C-22DE-FA9924DD4838}"/>
              </a:ext>
            </a:extLst>
          </p:cNvPr>
          <p:cNvSpPr>
            <a:spLocks noGrp="1" noChangeArrowheads="1"/>
          </p:cNvSpPr>
          <p:nvPr>
            <p:ph type="body" idx="1"/>
          </p:nvPr>
        </p:nvSpPr>
        <p:spPr/>
        <p:txBody>
          <a:bodyPr/>
          <a:lstStyle/>
          <a:p>
            <a:pPr eaLnBrk="1" hangingPunct="1">
              <a:lnSpc>
                <a:spcPct val="90000"/>
              </a:lnSpc>
            </a:pPr>
            <a:r>
              <a:rPr lang="en-US" altLang="ko-KR">
                <a:ea typeface="굴림" panose="020B0600000101010101" pitchFamily="34" charset="-127"/>
              </a:rPr>
              <a:t>Instruction code format with two parts : Op. Code + Address</a:t>
            </a:r>
          </a:p>
          <a:p>
            <a:pPr lvl="1" eaLnBrk="1" hangingPunct="1">
              <a:lnSpc>
                <a:spcPct val="90000"/>
              </a:lnSpc>
            </a:pPr>
            <a:r>
              <a:rPr lang="en-US" altLang="ko-KR" sz="2400">
                <a:ea typeface="굴림" panose="020B0600000101010101" pitchFamily="34" charset="-127"/>
              </a:rPr>
              <a:t>Op. Code : specify 16 possible operations(4 bits)</a:t>
            </a:r>
          </a:p>
          <a:p>
            <a:pPr lvl="1" eaLnBrk="1" hangingPunct="1">
              <a:lnSpc>
                <a:spcPct val="90000"/>
              </a:lnSpc>
            </a:pPr>
            <a:r>
              <a:rPr lang="en-US" altLang="ko-KR" sz="2400">
                <a:ea typeface="굴림" panose="020B0600000101010101" pitchFamily="34" charset="-127"/>
              </a:rPr>
              <a:t>Address : specify the address of an operand(12 bits)</a:t>
            </a:r>
            <a:r>
              <a:rPr lang="en-US" altLang="en-US" sz="2400">
                <a:ea typeface="굴림" panose="020B0600000101010101" pitchFamily="34" charset="-127"/>
              </a:rPr>
              <a:t> </a:t>
            </a:r>
          </a:p>
        </p:txBody>
      </p:sp>
      <p:grpSp>
        <p:nvGrpSpPr>
          <p:cNvPr id="13316" name="Group 9">
            <a:extLst>
              <a:ext uri="{FF2B5EF4-FFF2-40B4-BE49-F238E27FC236}">
                <a16:creationId xmlns:a16="http://schemas.microsoft.com/office/drawing/2014/main" id="{030BEED2-7DB9-9FB9-91E6-DCD5440CF17A}"/>
              </a:ext>
            </a:extLst>
          </p:cNvPr>
          <p:cNvGrpSpPr>
            <a:grpSpLocks/>
          </p:cNvGrpSpPr>
          <p:nvPr/>
        </p:nvGrpSpPr>
        <p:grpSpPr bwMode="auto">
          <a:xfrm>
            <a:off x="2667000" y="5562600"/>
            <a:ext cx="3657600" cy="838200"/>
            <a:chOff x="3456" y="3360"/>
            <a:chExt cx="2064" cy="336"/>
          </a:xfrm>
        </p:grpSpPr>
        <p:sp>
          <p:nvSpPr>
            <p:cNvPr id="13323" name="Rectangle 10">
              <a:extLst>
                <a:ext uri="{FF2B5EF4-FFF2-40B4-BE49-F238E27FC236}">
                  <a16:creationId xmlns:a16="http://schemas.microsoft.com/office/drawing/2014/main" id="{EB8900CE-0989-B481-E90C-31759AA9C8CA}"/>
                </a:ext>
              </a:extLst>
            </p:cNvPr>
            <p:cNvSpPr>
              <a:spLocks noChangeArrowheads="1"/>
            </p:cNvSpPr>
            <p:nvPr/>
          </p:nvSpPr>
          <p:spPr bwMode="auto">
            <a:xfrm>
              <a:off x="3504" y="3504"/>
              <a:ext cx="1392" cy="192"/>
            </a:xfrm>
            <a:prstGeom prst="rect">
              <a:avLst/>
            </a:prstGeom>
            <a:solidFill>
              <a:srgbClr val="FFFF99"/>
            </a:solidFill>
            <a:ln w="1270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3324" name="Text Box 11">
              <a:extLst>
                <a:ext uri="{FF2B5EF4-FFF2-40B4-BE49-F238E27FC236}">
                  <a16:creationId xmlns:a16="http://schemas.microsoft.com/office/drawing/2014/main" id="{B7848393-9865-F664-24A8-B068447CDF06}"/>
                </a:ext>
              </a:extLst>
            </p:cNvPr>
            <p:cNvSpPr txBox="1">
              <a:spLocks noChangeArrowheads="1"/>
            </p:cNvSpPr>
            <p:nvPr/>
          </p:nvSpPr>
          <p:spPr bwMode="auto">
            <a:xfrm>
              <a:off x="3504" y="3523"/>
              <a:ext cx="2016"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latinLnBrk="1" hangingPunct="1">
                <a:spcBef>
                  <a:spcPct val="50000"/>
                </a:spcBef>
                <a:buClrTx/>
                <a:buSzTx/>
                <a:buFontTx/>
                <a:buNone/>
              </a:pPr>
              <a:r>
                <a:rPr kumimoji="1" lang="en-US" altLang="ko-KR" sz="1200">
                  <a:latin typeface="Times New Roman" panose="02020603050405020304" pitchFamily="18" charset="0"/>
                  <a:ea typeface="굴림" panose="020B0600000101010101" pitchFamily="34" charset="-127"/>
                </a:rPr>
                <a:t>Op. Code                 Address</a:t>
              </a:r>
            </a:p>
          </p:txBody>
        </p:sp>
        <p:sp>
          <p:nvSpPr>
            <p:cNvPr id="13325" name="Text Box 12">
              <a:extLst>
                <a:ext uri="{FF2B5EF4-FFF2-40B4-BE49-F238E27FC236}">
                  <a16:creationId xmlns:a16="http://schemas.microsoft.com/office/drawing/2014/main" id="{5129B57D-20FC-CFE3-1977-D29E5E0D3DA7}"/>
                </a:ext>
              </a:extLst>
            </p:cNvPr>
            <p:cNvSpPr txBox="1">
              <a:spLocks noChangeArrowheads="1"/>
            </p:cNvSpPr>
            <p:nvPr/>
          </p:nvSpPr>
          <p:spPr bwMode="auto">
            <a:xfrm>
              <a:off x="3456" y="3360"/>
              <a:ext cx="201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latinLnBrk="1" hangingPunct="1">
                <a:spcBef>
                  <a:spcPct val="50000"/>
                </a:spcBef>
                <a:buClrTx/>
                <a:buSzTx/>
                <a:buFontTx/>
                <a:buNone/>
              </a:pPr>
              <a:r>
                <a:rPr kumimoji="1" lang="ko-KR" altLang="ko-KR" sz="1000" b="1">
                  <a:solidFill>
                    <a:srgbClr val="A50021"/>
                  </a:solidFill>
                  <a:latin typeface="Times New Roman" panose="02020603050405020304" pitchFamily="18" charset="0"/>
                  <a:ea typeface="굴림" panose="020B0600000101010101" pitchFamily="34" charset="-127"/>
                </a:rPr>
                <a:t>15             12    11                                      0</a:t>
              </a:r>
            </a:p>
          </p:txBody>
        </p:sp>
        <p:sp>
          <p:nvSpPr>
            <p:cNvPr id="13326" name="Line 13">
              <a:extLst>
                <a:ext uri="{FF2B5EF4-FFF2-40B4-BE49-F238E27FC236}">
                  <a16:creationId xmlns:a16="http://schemas.microsoft.com/office/drawing/2014/main" id="{68CC778E-53CA-FE87-A169-8D511AE0C4D4}"/>
                </a:ext>
              </a:extLst>
            </p:cNvPr>
            <p:cNvSpPr>
              <a:spLocks noChangeShapeType="1"/>
            </p:cNvSpPr>
            <p:nvPr/>
          </p:nvSpPr>
          <p:spPr bwMode="auto">
            <a:xfrm>
              <a:off x="3984" y="3504"/>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3317" name="Text Box 20">
            <a:extLst>
              <a:ext uri="{FF2B5EF4-FFF2-40B4-BE49-F238E27FC236}">
                <a16:creationId xmlns:a16="http://schemas.microsoft.com/office/drawing/2014/main" id="{E800FCEF-92E1-84D3-2E2C-2354FC88BEAB}"/>
              </a:ext>
            </a:extLst>
          </p:cNvPr>
          <p:cNvSpPr txBox="1">
            <a:spLocks noChangeArrowheads="1"/>
          </p:cNvSpPr>
          <p:nvPr/>
        </p:nvSpPr>
        <p:spPr bwMode="auto">
          <a:xfrm>
            <a:off x="3048000" y="646112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50000"/>
              </a:spcBef>
              <a:buClrTx/>
              <a:buSzTx/>
              <a:buFontTx/>
              <a:buNone/>
            </a:pPr>
            <a:r>
              <a:rPr lang="en-US" altLang="en-US" sz="2000">
                <a:latin typeface="Times New Roman" panose="02020603050405020304" pitchFamily="18" charset="0"/>
              </a:rPr>
              <a:t>instruction</a:t>
            </a:r>
          </a:p>
        </p:txBody>
      </p:sp>
      <p:grpSp>
        <p:nvGrpSpPr>
          <p:cNvPr id="13318" name="Group 19">
            <a:extLst>
              <a:ext uri="{FF2B5EF4-FFF2-40B4-BE49-F238E27FC236}">
                <a16:creationId xmlns:a16="http://schemas.microsoft.com/office/drawing/2014/main" id="{6F023864-EAA1-BD40-0B8B-4542B9E12203}"/>
              </a:ext>
            </a:extLst>
          </p:cNvPr>
          <p:cNvGrpSpPr>
            <a:grpSpLocks/>
          </p:cNvGrpSpPr>
          <p:nvPr/>
        </p:nvGrpSpPr>
        <p:grpSpPr bwMode="auto">
          <a:xfrm>
            <a:off x="5486400" y="5562600"/>
            <a:ext cx="3276600" cy="838200"/>
            <a:chOff x="3264" y="3600"/>
            <a:chExt cx="2016" cy="336"/>
          </a:xfrm>
        </p:grpSpPr>
        <p:sp>
          <p:nvSpPr>
            <p:cNvPr id="13320" name="Rectangle 15">
              <a:extLst>
                <a:ext uri="{FF2B5EF4-FFF2-40B4-BE49-F238E27FC236}">
                  <a16:creationId xmlns:a16="http://schemas.microsoft.com/office/drawing/2014/main" id="{6316D858-F81B-35B0-6A01-7085912B467E}"/>
                </a:ext>
              </a:extLst>
            </p:cNvPr>
            <p:cNvSpPr>
              <a:spLocks noChangeArrowheads="1"/>
            </p:cNvSpPr>
            <p:nvPr/>
          </p:nvSpPr>
          <p:spPr bwMode="auto">
            <a:xfrm>
              <a:off x="3312" y="3744"/>
              <a:ext cx="1392" cy="192"/>
            </a:xfrm>
            <a:prstGeom prst="rect">
              <a:avLst/>
            </a:prstGeom>
            <a:solidFill>
              <a:srgbClr val="FFFF99"/>
            </a:solidFill>
            <a:ln w="1270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3321" name="Text Box 16">
              <a:extLst>
                <a:ext uri="{FF2B5EF4-FFF2-40B4-BE49-F238E27FC236}">
                  <a16:creationId xmlns:a16="http://schemas.microsoft.com/office/drawing/2014/main" id="{D66973A5-4B4C-45D3-73FF-4CB244271D99}"/>
                </a:ext>
              </a:extLst>
            </p:cNvPr>
            <p:cNvSpPr txBox="1">
              <a:spLocks noChangeArrowheads="1"/>
            </p:cNvSpPr>
            <p:nvPr/>
          </p:nvSpPr>
          <p:spPr bwMode="auto">
            <a:xfrm>
              <a:off x="3312" y="3744"/>
              <a:ext cx="139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latinLnBrk="1" hangingPunct="1">
                <a:spcBef>
                  <a:spcPct val="50000"/>
                </a:spcBef>
                <a:buClrTx/>
                <a:buSzTx/>
                <a:buFontTx/>
                <a:buNone/>
              </a:pPr>
              <a:r>
                <a:rPr kumimoji="1" lang="en-US" altLang="ko-KR" sz="1200">
                  <a:latin typeface="Times New Roman" panose="02020603050405020304" pitchFamily="18" charset="0"/>
                  <a:ea typeface="굴림" panose="020B0600000101010101" pitchFamily="34" charset="-127"/>
                </a:rPr>
                <a:t>             data 	 </a:t>
              </a:r>
            </a:p>
          </p:txBody>
        </p:sp>
        <p:sp>
          <p:nvSpPr>
            <p:cNvPr id="13322" name="Text Box 17">
              <a:extLst>
                <a:ext uri="{FF2B5EF4-FFF2-40B4-BE49-F238E27FC236}">
                  <a16:creationId xmlns:a16="http://schemas.microsoft.com/office/drawing/2014/main" id="{E293C907-3BE6-79BB-FA51-F6811F8659B7}"/>
                </a:ext>
              </a:extLst>
            </p:cNvPr>
            <p:cNvSpPr txBox="1">
              <a:spLocks noChangeArrowheads="1"/>
            </p:cNvSpPr>
            <p:nvPr/>
          </p:nvSpPr>
          <p:spPr bwMode="auto">
            <a:xfrm>
              <a:off x="3264" y="3600"/>
              <a:ext cx="201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latinLnBrk="1" hangingPunct="1">
                <a:spcBef>
                  <a:spcPct val="50000"/>
                </a:spcBef>
                <a:buClrTx/>
                <a:buSzTx/>
                <a:buFontTx/>
                <a:buNone/>
              </a:pPr>
              <a:r>
                <a:rPr kumimoji="1" lang="ko-KR" altLang="ko-KR" sz="1000" b="1">
                  <a:solidFill>
                    <a:srgbClr val="A50021"/>
                  </a:solidFill>
                  <a:latin typeface="Times New Roman" panose="02020603050405020304" pitchFamily="18" charset="0"/>
                  <a:ea typeface="굴림" panose="020B0600000101010101" pitchFamily="34" charset="-127"/>
                </a:rPr>
                <a:t>15             12    11                                      0</a:t>
              </a:r>
            </a:p>
          </p:txBody>
        </p:sp>
      </p:grpSp>
      <p:sp>
        <p:nvSpPr>
          <p:cNvPr id="13319" name="Text Box 21">
            <a:extLst>
              <a:ext uri="{FF2B5EF4-FFF2-40B4-BE49-F238E27FC236}">
                <a16:creationId xmlns:a16="http://schemas.microsoft.com/office/drawing/2014/main" id="{452239D3-F9B7-B16A-F3EF-47751EBC4F4C}"/>
              </a:ext>
            </a:extLst>
          </p:cNvPr>
          <p:cNvSpPr txBox="1">
            <a:spLocks noChangeArrowheads="1"/>
          </p:cNvSpPr>
          <p:nvPr/>
        </p:nvSpPr>
        <p:spPr bwMode="auto">
          <a:xfrm>
            <a:off x="5791200" y="64611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50000"/>
              </a:spcBef>
              <a:buClrTx/>
              <a:buSzTx/>
              <a:buFontTx/>
              <a:buNone/>
            </a:pPr>
            <a:r>
              <a:rPr lang="en-US" altLang="en-US" sz="2000">
                <a:latin typeface="Times New Roman" panose="02020603050405020304" pitchFamily="18" charset="0"/>
              </a:rPr>
              <a:t>Not an instruction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5CA15E7C-2A2E-8C03-9B5F-59D57F49F856}"/>
              </a:ext>
            </a:extLst>
          </p:cNvPr>
          <p:cNvSpPr>
            <a:spLocks noGrp="1" noChangeArrowheads="1"/>
          </p:cNvSpPr>
          <p:nvPr>
            <p:ph type="title"/>
          </p:nvPr>
        </p:nvSpPr>
        <p:spPr/>
        <p:txBody>
          <a:bodyPr/>
          <a:lstStyle/>
          <a:p>
            <a:pPr eaLnBrk="1" hangingPunct="1"/>
            <a:endParaRPr lang="en-US" altLang="en-US"/>
          </a:p>
        </p:txBody>
      </p:sp>
      <p:pic>
        <p:nvPicPr>
          <p:cNvPr id="14339" name="Picture 2">
            <a:extLst>
              <a:ext uri="{FF2B5EF4-FFF2-40B4-BE49-F238E27FC236}">
                <a16:creationId xmlns:a16="http://schemas.microsoft.com/office/drawing/2014/main" id="{9D96A547-2A37-A9B6-A95C-1796B82DA7B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2667000"/>
            <a:ext cx="9144000" cy="2057400"/>
          </a:xfrm>
        </p:spPr>
      </p:pic>
      <p:sp>
        <p:nvSpPr>
          <p:cNvPr id="14340" name="Rectangle 4">
            <a:extLst>
              <a:ext uri="{FF2B5EF4-FFF2-40B4-BE49-F238E27FC236}">
                <a16:creationId xmlns:a16="http://schemas.microsoft.com/office/drawing/2014/main" id="{9A908B1B-B402-544D-F467-2BE839BC33BF}"/>
              </a:ext>
            </a:extLst>
          </p:cNvPr>
          <p:cNvSpPr>
            <a:spLocks noChangeArrowheads="1"/>
          </p:cNvSpPr>
          <p:nvPr/>
        </p:nvSpPr>
        <p:spPr bwMode="auto">
          <a:xfrm>
            <a:off x="-381000" y="5006975"/>
            <a:ext cx="9525000" cy="142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lvl="1" eaLnBrk="1" hangingPunct="1">
              <a:lnSpc>
                <a:spcPct val="90000"/>
              </a:lnSpc>
              <a:spcBef>
                <a:spcPct val="0"/>
              </a:spcBef>
              <a:buClrTx/>
              <a:buSzTx/>
              <a:buFontTx/>
              <a:buNone/>
            </a:pPr>
            <a:r>
              <a:rPr lang="en-US" altLang="ko-KR" sz="2400">
                <a:ea typeface="굴림" panose="020B0600000101010101" pitchFamily="34" charset="-127"/>
              </a:rPr>
              <a:t>If an operation in an instruction code does not need an operand from memory,[clear AC, Complemet AC, and increment AC] the rest of the bits in the instruction(</a:t>
            </a:r>
            <a:r>
              <a:rPr lang="en-US" altLang="ko-KR" sz="2400" b="1" i="1">
                <a:solidFill>
                  <a:srgbClr val="663300"/>
                </a:solidFill>
                <a:ea typeface="굴림" panose="020B0600000101010101" pitchFamily="34" charset="-127"/>
              </a:rPr>
              <a:t>address field</a:t>
            </a:r>
            <a:r>
              <a:rPr lang="en-US" altLang="ko-KR" sz="2400">
                <a:ea typeface="굴림" panose="020B0600000101010101" pitchFamily="34" charset="-127"/>
              </a:rPr>
              <a:t>) can be used for other purpose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4">
            <a:extLst>
              <a:ext uri="{FF2B5EF4-FFF2-40B4-BE49-F238E27FC236}">
                <a16:creationId xmlns:a16="http://schemas.microsoft.com/office/drawing/2014/main" id="{890504AF-C451-63E6-501D-B3428A7AC101}"/>
              </a:ext>
            </a:extLst>
          </p:cNvPr>
          <p:cNvSpPr>
            <a:spLocks noGrp="1" noChangeArrowheads="1"/>
          </p:cNvSpPr>
          <p:nvPr>
            <p:ph type="title"/>
          </p:nvPr>
        </p:nvSpPr>
        <p:spPr/>
        <p:txBody>
          <a:bodyPr/>
          <a:lstStyle/>
          <a:p>
            <a:pPr eaLnBrk="1" hangingPunct="1"/>
            <a:r>
              <a:rPr lang="en-US" altLang="ko-KR">
                <a:ea typeface="굴림" panose="020B0600000101010101" pitchFamily="34" charset="-127"/>
              </a:rPr>
              <a:t>Addressing Mode</a:t>
            </a:r>
            <a:endParaRPr lang="en-US" altLang="en-US"/>
          </a:p>
        </p:txBody>
      </p:sp>
      <p:sp>
        <p:nvSpPr>
          <p:cNvPr id="15363" name="Rectangle 3">
            <a:extLst>
              <a:ext uri="{FF2B5EF4-FFF2-40B4-BE49-F238E27FC236}">
                <a16:creationId xmlns:a16="http://schemas.microsoft.com/office/drawing/2014/main" id="{BDFF9DF9-2321-C5E9-FC7F-9EA8B8512FFA}"/>
              </a:ext>
            </a:extLst>
          </p:cNvPr>
          <p:cNvSpPr>
            <a:spLocks noGrp="1" noChangeArrowheads="1"/>
          </p:cNvSpPr>
          <p:nvPr>
            <p:ph idx="1"/>
          </p:nvPr>
        </p:nvSpPr>
        <p:spPr>
          <a:xfrm>
            <a:off x="-152400" y="1828800"/>
            <a:ext cx="9372600" cy="4114800"/>
          </a:xfrm>
        </p:spPr>
        <p:txBody>
          <a:bodyPr/>
          <a:lstStyle/>
          <a:p>
            <a:pPr lvl="1" eaLnBrk="1" hangingPunct="1"/>
            <a:r>
              <a:rPr lang="en-US" altLang="ko-KR">
                <a:ea typeface="굴림" panose="020B0600000101010101" pitchFamily="34" charset="-127"/>
              </a:rPr>
              <a:t>Immediate operand address : </a:t>
            </a:r>
          </a:p>
          <a:p>
            <a:pPr lvl="2" eaLnBrk="1" hangingPunct="1"/>
            <a:r>
              <a:rPr lang="en-US" altLang="ko-KR">
                <a:ea typeface="굴림" panose="020B0600000101010101" pitchFamily="34" charset="-127"/>
              </a:rPr>
              <a:t>the second part of an instruction code(</a:t>
            </a:r>
            <a:r>
              <a:rPr lang="en-US" altLang="ko-KR" b="1" i="1">
                <a:solidFill>
                  <a:srgbClr val="663300"/>
                </a:solidFill>
                <a:ea typeface="굴림" panose="020B0600000101010101" pitchFamily="34" charset="-127"/>
              </a:rPr>
              <a:t>address field</a:t>
            </a:r>
            <a:r>
              <a:rPr lang="en-US" altLang="ko-KR">
                <a:ea typeface="굴림" panose="020B0600000101010101" pitchFamily="34" charset="-127"/>
              </a:rPr>
              <a:t>) specifies an</a:t>
            </a:r>
            <a:r>
              <a:rPr lang="en-US" altLang="ko-KR" b="1" i="1">
                <a:solidFill>
                  <a:srgbClr val="003366"/>
                </a:solidFill>
                <a:ea typeface="굴림" panose="020B0600000101010101" pitchFamily="34" charset="-127"/>
              </a:rPr>
              <a:t> operand</a:t>
            </a:r>
            <a:endParaRPr lang="en-US" altLang="ko-KR">
              <a:ea typeface="굴림" panose="020B0600000101010101" pitchFamily="34" charset="-127"/>
            </a:endParaRPr>
          </a:p>
          <a:p>
            <a:pPr lvl="1" eaLnBrk="1" hangingPunct="1"/>
            <a:r>
              <a:rPr lang="en-US" altLang="ko-KR">
                <a:ea typeface="굴림" panose="020B0600000101010101" pitchFamily="34" charset="-127"/>
              </a:rPr>
              <a:t>Direct operand address : </a:t>
            </a:r>
          </a:p>
          <a:p>
            <a:pPr lvl="2" eaLnBrk="1" hangingPunct="1"/>
            <a:r>
              <a:rPr lang="en-US" altLang="ko-KR">
                <a:ea typeface="굴림" panose="020B0600000101010101" pitchFamily="34" charset="-127"/>
              </a:rPr>
              <a:t>the second part of an instruction code specifies the </a:t>
            </a:r>
            <a:r>
              <a:rPr lang="en-US" altLang="ko-KR" b="1" i="1">
                <a:solidFill>
                  <a:srgbClr val="003366"/>
                </a:solidFill>
                <a:ea typeface="굴림" panose="020B0600000101010101" pitchFamily="34" charset="-127"/>
              </a:rPr>
              <a:t>address of an operand</a:t>
            </a:r>
            <a:endParaRPr lang="en-US" altLang="ko-KR">
              <a:ea typeface="굴림" panose="020B0600000101010101" pitchFamily="34" charset="-127"/>
            </a:endParaRPr>
          </a:p>
          <a:p>
            <a:pPr lvl="1" eaLnBrk="1" hangingPunct="1"/>
            <a:r>
              <a:rPr lang="en-US" altLang="ko-KR">
                <a:ea typeface="굴림" panose="020B0600000101010101" pitchFamily="34" charset="-127"/>
              </a:rPr>
              <a:t>Indirect operand address : </a:t>
            </a:r>
          </a:p>
          <a:p>
            <a:pPr lvl="2" eaLnBrk="1" hangingPunct="1"/>
            <a:r>
              <a:rPr lang="en-US" altLang="ko-KR">
                <a:ea typeface="굴림" panose="020B0600000101010101" pitchFamily="34" charset="-127"/>
              </a:rPr>
              <a:t>the bits in the second part of the instruction designate an </a:t>
            </a:r>
            <a:r>
              <a:rPr lang="en-US" altLang="ko-KR" b="1" i="1">
                <a:solidFill>
                  <a:srgbClr val="003366"/>
                </a:solidFill>
                <a:ea typeface="굴림" panose="020B0600000101010101" pitchFamily="34" charset="-127"/>
              </a:rPr>
              <a:t>address of a memory word in which the address of the operand is found </a:t>
            </a:r>
            <a:r>
              <a:rPr lang="en-US" altLang="ko-KR">
                <a:solidFill>
                  <a:srgbClr val="A50021"/>
                </a:solidFill>
                <a:ea typeface="굴림" panose="020B0600000101010101" pitchFamily="34" charset="-127"/>
              </a:rPr>
              <a:t>.</a:t>
            </a:r>
            <a:endParaRPr lang="ko-KR" altLang="en-US">
              <a:solidFill>
                <a:srgbClr val="A50021"/>
              </a:solidFill>
              <a:ea typeface="굴림" panose="020B0600000101010101" pitchFamily="34" charset="-127"/>
            </a:endParaRPr>
          </a:p>
          <a:p>
            <a:pPr lvl="3" eaLnBrk="1" hangingPunct="1"/>
            <a:r>
              <a:rPr lang="en-US" altLang="ko-KR">
                <a:ea typeface="굴림" panose="020B0600000101010101" pitchFamily="34" charset="-127"/>
              </a:rPr>
              <a:t>One bit of the instruction code is used to distinguish between a direct and an indirect address :</a:t>
            </a:r>
            <a:endParaRPr lang="en-US" altLang="ko-KR" b="1" i="1">
              <a:solidFill>
                <a:srgbClr val="660066"/>
              </a:solidFill>
              <a:ea typeface="굴림" panose="020B0600000101010101" pitchFamily="34" charset="-127"/>
            </a:endParaRPr>
          </a:p>
          <a:p>
            <a:pPr lvl="4" eaLnBrk="1" hangingPunct="1"/>
            <a:endParaRPr lang="ko-KR" altLang="ko-KR">
              <a:ea typeface="굴림" panose="020B0600000101010101" pitchFamily="34" charset="-127"/>
            </a:endParaRPr>
          </a:p>
        </p:txBody>
      </p:sp>
      <p:sp>
        <p:nvSpPr>
          <p:cNvPr id="15364" name="AutoShape 5">
            <a:extLst>
              <a:ext uri="{FF2B5EF4-FFF2-40B4-BE49-F238E27FC236}">
                <a16:creationId xmlns:a16="http://schemas.microsoft.com/office/drawing/2014/main" id="{C654621B-896C-F3C6-1D15-6269A0884873}"/>
              </a:ext>
            </a:extLst>
          </p:cNvPr>
          <p:cNvSpPr>
            <a:spLocks noChangeArrowheads="1"/>
          </p:cNvSpPr>
          <p:nvPr/>
        </p:nvSpPr>
        <p:spPr bwMode="auto">
          <a:xfrm>
            <a:off x="152400" y="6096000"/>
            <a:ext cx="1143000" cy="457200"/>
          </a:xfrm>
          <a:prstGeom prst="wedgeRoundRectCallout">
            <a:avLst>
              <a:gd name="adj1" fmla="val 40694"/>
              <a:gd name="adj2" fmla="val 94444"/>
              <a:gd name="adj3" fmla="val 16667"/>
            </a:avLst>
          </a:prstGeom>
          <a:solidFill>
            <a:srgbClr val="FFFF00"/>
          </a:solidFill>
          <a:ln w="12700">
            <a:solidFill>
              <a:srgbClr val="FF66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latinLnBrk="1" hangingPunct="1">
              <a:spcBef>
                <a:spcPct val="0"/>
              </a:spcBef>
              <a:buClrTx/>
              <a:buSzTx/>
              <a:buFontTx/>
              <a:buNone/>
            </a:pPr>
            <a:r>
              <a:rPr lang="en-US" altLang="ko-KR" sz="1400">
                <a:solidFill>
                  <a:srgbClr val="A50021"/>
                </a:solidFill>
                <a:ea typeface="굴림" panose="020B0600000101010101" pitchFamily="34" charset="-127"/>
              </a:rPr>
              <a:t>I=0 : Direct, </a:t>
            </a:r>
          </a:p>
          <a:p>
            <a:pPr eaLnBrk="1" latinLnBrk="1" hangingPunct="1">
              <a:spcBef>
                <a:spcPct val="0"/>
              </a:spcBef>
              <a:buClrTx/>
              <a:buSzTx/>
              <a:buFontTx/>
              <a:buNone/>
            </a:pPr>
            <a:r>
              <a:rPr lang="en-US" altLang="ko-KR" sz="1400">
                <a:solidFill>
                  <a:srgbClr val="A50021"/>
                </a:solidFill>
                <a:ea typeface="굴림" panose="020B0600000101010101" pitchFamily="34" charset="-127"/>
              </a:rPr>
              <a:t> I=1 : Indirect</a:t>
            </a:r>
            <a:endParaRPr lang="en-US" altLang="ko-KR" sz="1400">
              <a:ea typeface="굴림" panose="020B0600000101010101" pitchFamily="34" charset="-12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0A3EE2C8-D988-F6A0-4A8D-7E8A4E858358}"/>
              </a:ext>
            </a:extLst>
          </p:cNvPr>
          <p:cNvSpPr>
            <a:spLocks noGrp="1" noChangeArrowheads="1"/>
          </p:cNvSpPr>
          <p:nvPr>
            <p:ph type="title"/>
          </p:nvPr>
        </p:nvSpPr>
        <p:spPr>
          <a:xfrm>
            <a:off x="3182938" y="125413"/>
            <a:ext cx="3049587" cy="220662"/>
          </a:xfrm>
        </p:spPr>
        <p:txBody>
          <a:bodyPr wrap="none" lIns="63500" tIns="25400" rIns="63500" bIns="25400" anchor="t">
            <a:spAutoFit/>
          </a:bodyPr>
          <a:lstStyle/>
          <a:p>
            <a:pPr defTabSz="762000" eaLnBrk="1" hangingPunct="1">
              <a:lnSpc>
                <a:spcPct val="87000"/>
              </a:lnSpc>
            </a:pPr>
            <a:r>
              <a:rPr lang="en-US" altLang="ko-KR" sz="1400" b="1">
                <a:solidFill>
                  <a:schemeClr val="tx1"/>
                </a:solidFill>
                <a:ea typeface="굴림" panose="020B0600000101010101" pitchFamily="34" charset="-127"/>
              </a:rPr>
              <a:t>INDIRECT  ADDRESS</a:t>
            </a:r>
          </a:p>
        </p:txBody>
      </p:sp>
      <p:sp>
        <p:nvSpPr>
          <p:cNvPr id="16387" name="Rectangle 3">
            <a:extLst>
              <a:ext uri="{FF2B5EF4-FFF2-40B4-BE49-F238E27FC236}">
                <a16:creationId xmlns:a16="http://schemas.microsoft.com/office/drawing/2014/main" id="{008FA6B0-7175-3862-D228-2E4DD6D75FC9}"/>
              </a:ext>
            </a:extLst>
          </p:cNvPr>
          <p:cNvSpPr>
            <a:spLocks noChangeArrowheads="1"/>
          </p:cNvSpPr>
          <p:nvPr/>
        </p:nvSpPr>
        <p:spPr bwMode="auto">
          <a:xfrm>
            <a:off x="485775" y="5451475"/>
            <a:ext cx="8509000"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85000"/>
              </a:lnSpc>
              <a:spcBef>
                <a:spcPct val="0"/>
              </a:spcBef>
              <a:buClrTx/>
              <a:buSzTx/>
              <a:buFontTx/>
              <a:buNone/>
            </a:pPr>
            <a:r>
              <a:rPr kumimoji="1" lang="en-US" altLang="ko-KR" sz="1800" b="1">
                <a:latin typeface="Arial" panose="020B0604020202020204" pitchFamily="34" charset="0"/>
                <a:ea typeface="굴림" panose="020B0600000101010101" pitchFamily="34" charset="-127"/>
              </a:rPr>
              <a:t>Effective Address(EFA, EA)</a:t>
            </a:r>
          </a:p>
          <a:p>
            <a:pPr eaLnBrk="1" hangingPunct="1">
              <a:lnSpc>
                <a:spcPct val="90000"/>
              </a:lnSpc>
              <a:spcBef>
                <a:spcPct val="0"/>
              </a:spcBef>
              <a:buClrTx/>
              <a:buSzTx/>
              <a:buFontTx/>
              <a:buNone/>
            </a:pPr>
            <a:r>
              <a:rPr kumimoji="1" lang="en-US" altLang="ko-KR" sz="1800" b="1">
                <a:latin typeface="Arial" panose="020B0604020202020204" pitchFamily="34" charset="0"/>
                <a:ea typeface="굴림" panose="020B0600000101010101" pitchFamily="34" charset="-127"/>
              </a:rPr>
              <a:t>	The address, that can be directly used without modification to access </a:t>
            </a:r>
          </a:p>
          <a:p>
            <a:pPr eaLnBrk="1" hangingPunct="1">
              <a:lnSpc>
                <a:spcPct val="90000"/>
              </a:lnSpc>
              <a:spcBef>
                <a:spcPct val="0"/>
              </a:spcBef>
              <a:buClrTx/>
              <a:buSzTx/>
              <a:buFontTx/>
              <a:buNone/>
            </a:pPr>
            <a:r>
              <a:rPr kumimoji="1" lang="en-US" altLang="ko-KR" sz="1800" b="1">
                <a:latin typeface="Arial" panose="020B0604020202020204" pitchFamily="34" charset="0"/>
                <a:ea typeface="굴림" panose="020B0600000101010101" pitchFamily="34" charset="-127"/>
              </a:rPr>
              <a:t>	an operand for a computation-type instruction, or as the target </a:t>
            </a:r>
          </a:p>
          <a:p>
            <a:pPr eaLnBrk="1" hangingPunct="1">
              <a:lnSpc>
                <a:spcPct val="90000"/>
              </a:lnSpc>
              <a:spcBef>
                <a:spcPct val="0"/>
              </a:spcBef>
              <a:buClrTx/>
              <a:buSzTx/>
              <a:buFontTx/>
              <a:buNone/>
            </a:pPr>
            <a:r>
              <a:rPr kumimoji="1" lang="en-US" altLang="ko-KR" sz="1800" b="1">
                <a:latin typeface="Arial" panose="020B0604020202020204" pitchFamily="34" charset="0"/>
                <a:ea typeface="굴림" panose="020B0600000101010101" pitchFamily="34" charset="-127"/>
              </a:rPr>
              <a:t>	address for a branch-type instruction</a:t>
            </a:r>
          </a:p>
        </p:txBody>
      </p:sp>
      <p:sp>
        <p:nvSpPr>
          <p:cNvPr id="16388" name="Rectangle 4">
            <a:extLst>
              <a:ext uri="{FF2B5EF4-FFF2-40B4-BE49-F238E27FC236}">
                <a16:creationId xmlns:a16="http://schemas.microsoft.com/office/drawing/2014/main" id="{B2D6912E-0235-CBF2-0640-E0C9AA6030D8}"/>
              </a:ext>
            </a:extLst>
          </p:cNvPr>
          <p:cNvSpPr>
            <a:spLocks noChangeArrowheads="1"/>
          </p:cNvSpPr>
          <p:nvPr/>
        </p:nvSpPr>
        <p:spPr bwMode="auto">
          <a:xfrm>
            <a:off x="7364413" y="0"/>
            <a:ext cx="1655762"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r" eaLnBrk="1" hangingPunct="1">
              <a:lnSpc>
                <a:spcPct val="90000"/>
              </a:lnSpc>
              <a:spcBef>
                <a:spcPct val="0"/>
              </a:spcBef>
              <a:buClrTx/>
              <a:buSzTx/>
              <a:buFontTx/>
              <a:buNone/>
            </a:pPr>
            <a:r>
              <a:rPr kumimoji="1" lang="en-US" altLang="ko-KR" sz="1400" b="1" i="1">
                <a:latin typeface="Arial" panose="020B0604020202020204" pitchFamily="34" charset="0"/>
                <a:ea typeface="굴림" panose="020B0600000101010101" pitchFamily="34" charset="-127"/>
              </a:rPr>
              <a:t>Instruction codes</a:t>
            </a:r>
          </a:p>
        </p:txBody>
      </p:sp>
      <p:sp>
        <p:nvSpPr>
          <p:cNvPr id="16389" name="Rectangle 5">
            <a:extLst>
              <a:ext uri="{FF2B5EF4-FFF2-40B4-BE49-F238E27FC236}">
                <a16:creationId xmlns:a16="http://schemas.microsoft.com/office/drawing/2014/main" id="{ED022486-5D3B-BE6B-54B1-202ACD197101}"/>
              </a:ext>
            </a:extLst>
          </p:cNvPr>
          <p:cNvSpPr>
            <a:spLocks noChangeArrowheads="1"/>
          </p:cNvSpPr>
          <p:nvPr/>
        </p:nvSpPr>
        <p:spPr bwMode="auto">
          <a:xfrm>
            <a:off x="1446213" y="1376363"/>
            <a:ext cx="2489200" cy="23971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16390" name="Rectangle 6">
            <a:extLst>
              <a:ext uri="{FF2B5EF4-FFF2-40B4-BE49-F238E27FC236}">
                <a16:creationId xmlns:a16="http://schemas.microsoft.com/office/drawing/2014/main" id="{C417E713-826C-E69E-1884-00F8073F3CB5}"/>
              </a:ext>
            </a:extLst>
          </p:cNvPr>
          <p:cNvSpPr>
            <a:spLocks noChangeArrowheads="1"/>
          </p:cNvSpPr>
          <p:nvPr/>
        </p:nvSpPr>
        <p:spPr bwMode="auto">
          <a:xfrm>
            <a:off x="1595438" y="1366838"/>
            <a:ext cx="839787"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400" b="1">
                <a:solidFill>
                  <a:srgbClr val="000000"/>
                </a:solidFill>
                <a:latin typeface="Arial" panose="020B0604020202020204" pitchFamily="34" charset="0"/>
                <a:ea typeface="굴림" panose="020B0600000101010101" pitchFamily="34" charset="-127"/>
              </a:rPr>
              <a:t>Opcode</a:t>
            </a:r>
          </a:p>
        </p:txBody>
      </p:sp>
      <p:sp>
        <p:nvSpPr>
          <p:cNvPr id="16391" name="Rectangle 7">
            <a:extLst>
              <a:ext uri="{FF2B5EF4-FFF2-40B4-BE49-F238E27FC236}">
                <a16:creationId xmlns:a16="http://schemas.microsoft.com/office/drawing/2014/main" id="{ACB2AB4A-8903-65A7-083F-AE875B323B5E}"/>
              </a:ext>
            </a:extLst>
          </p:cNvPr>
          <p:cNvSpPr>
            <a:spLocks noChangeArrowheads="1"/>
          </p:cNvSpPr>
          <p:nvPr/>
        </p:nvSpPr>
        <p:spPr bwMode="auto">
          <a:xfrm>
            <a:off x="2633663" y="1371600"/>
            <a:ext cx="7889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Address</a:t>
            </a:r>
          </a:p>
        </p:txBody>
      </p:sp>
      <p:sp>
        <p:nvSpPr>
          <p:cNvPr id="16392" name="Rectangle 8">
            <a:extLst>
              <a:ext uri="{FF2B5EF4-FFF2-40B4-BE49-F238E27FC236}">
                <a16:creationId xmlns:a16="http://schemas.microsoft.com/office/drawing/2014/main" id="{C086F4E7-1F0A-01B5-A454-B3C070A74173}"/>
              </a:ext>
            </a:extLst>
          </p:cNvPr>
          <p:cNvSpPr>
            <a:spLocks noChangeArrowheads="1"/>
          </p:cNvSpPr>
          <p:nvPr/>
        </p:nvSpPr>
        <p:spPr bwMode="auto">
          <a:xfrm>
            <a:off x="1773238" y="919163"/>
            <a:ext cx="1746250"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400" b="1">
                <a:solidFill>
                  <a:srgbClr val="000000"/>
                </a:solidFill>
                <a:latin typeface="Arial" panose="020B0604020202020204" pitchFamily="34" charset="0"/>
                <a:ea typeface="굴림" panose="020B0600000101010101" pitchFamily="34" charset="-127"/>
              </a:rPr>
              <a:t>Instruction Format</a:t>
            </a:r>
          </a:p>
        </p:txBody>
      </p:sp>
      <p:sp>
        <p:nvSpPr>
          <p:cNvPr id="16393" name="Line 9">
            <a:extLst>
              <a:ext uri="{FF2B5EF4-FFF2-40B4-BE49-F238E27FC236}">
                <a16:creationId xmlns:a16="http://schemas.microsoft.com/office/drawing/2014/main" id="{BB05EF0E-8B59-D2F0-DEB3-FA619649BFA1}"/>
              </a:ext>
            </a:extLst>
          </p:cNvPr>
          <p:cNvSpPr>
            <a:spLocks noChangeShapeType="1"/>
          </p:cNvSpPr>
          <p:nvPr/>
        </p:nvSpPr>
        <p:spPr bwMode="auto">
          <a:xfrm>
            <a:off x="2438400" y="1376363"/>
            <a:ext cx="0" cy="230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4" name="Rectangle 10">
            <a:extLst>
              <a:ext uri="{FF2B5EF4-FFF2-40B4-BE49-F238E27FC236}">
                <a16:creationId xmlns:a16="http://schemas.microsoft.com/office/drawing/2014/main" id="{FC7C7EFA-2D3B-4791-5EED-0E075B7E7CCF}"/>
              </a:ext>
            </a:extLst>
          </p:cNvPr>
          <p:cNvSpPr>
            <a:spLocks noChangeArrowheads="1"/>
          </p:cNvSpPr>
          <p:nvPr/>
        </p:nvSpPr>
        <p:spPr bwMode="auto">
          <a:xfrm>
            <a:off x="1343025" y="1171575"/>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15</a:t>
            </a:r>
          </a:p>
        </p:txBody>
      </p:sp>
      <p:sp>
        <p:nvSpPr>
          <p:cNvPr id="16395" name="Rectangle 11">
            <a:extLst>
              <a:ext uri="{FF2B5EF4-FFF2-40B4-BE49-F238E27FC236}">
                <a16:creationId xmlns:a16="http://schemas.microsoft.com/office/drawing/2014/main" id="{68B766A2-7529-12A3-EA76-54D1DDD2F511}"/>
              </a:ext>
            </a:extLst>
          </p:cNvPr>
          <p:cNvSpPr>
            <a:spLocks noChangeArrowheads="1"/>
          </p:cNvSpPr>
          <p:nvPr/>
        </p:nvSpPr>
        <p:spPr bwMode="auto">
          <a:xfrm>
            <a:off x="1609725" y="1171575"/>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14</a:t>
            </a:r>
          </a:p>
        </p:txBody>
      </p:sp>
      <p:sp>
        <p:nvSpPr>
          <p:cNvPr id="16396" name="Rectangle 12">
            <a:extLst>
              <a:ext uri="{FF2B5EF4-FFF2-40B4-BE49-F238E27FC236}">
                <a16:creationId xmlns:a16="http://schemas.microsoft.com/office/drawing/2014/main" id="{4A273ABE-8E84-297C-118D-A583CFE7ED42}"/>
              </a:ext>
            </a:extLst>
          </p:cNvPr>
          <p:cNvSpPr>
            <a:spLocks noChangeArrowheads="1"/>
          </p:cNvSpPr>
          <p:nvPr/>
        </p:nvSpPr>
        <p:spPr bwMode="auto">
          <a:xfrm>
            <a:off x="2087563" y="1171575"/>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12</a:t>
            </a:r>
          </a:p>
        </p:txBody>
      </p:sp>
      <p:sp>
        <p:nvSpPr>
          <p:cNvPr id="16397" name="Rectangle 13">
            <a:extLst>
              <a:ext uri="{FF2B5EF4-FFF2-40B4-BE49-F238E27FC236}">
                <a16:creationId xmlns:a16="http://schemas.microsoft.com/office/drawing/2014/main" id="{9905FBCC-1347-E86A-8BA4-BCA0E63F5849}"/>
              </a:ext>
            </a:extLst>
          </p:cNvPr>
          <p:cNvSpPr>
            <a:spLocks noChangeArrowheads="1"/>
          </p:cNvSpPr>
          <p:nvPr/>
        </p:nvSpPr>
        <p:spPr bwMode="auto">
          <a:xfrm>
            <a:off x="3719513" y="1171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0</a:t>
            </a:r>
          </a:p>
        </p:txBody>
      </p:sp>
      <p:sp>
        <p:nvSpPr>
          <p:cNvPr id="16398" name="Rectangle 14">
            <a:extLst>
              <a:ext uri="{FF2B5EF4-FFF2-40B4-BE49-F238E27FC236}">
                <a16:creationId xmlns:a16="http://schemas.microsoft.com/office/drawing/2014/main" id="{A63CC389-F711-3115-A2DF-1E6FBD5FD282}"/>
              </a:ext>
            </a:extLst>
          </p:cNvPr>
          <p:cNvSpPr>
            <a:spLocks noChangeArrowheads="1"/>
          </p:cNvSpPr>
          <p:nvPr/>
        </p:nvSpPr>
        <p:spPr bwMode="auto">
          <a:xfrm>
            <a:off x="1427163" y="1382713"/>
            <a:ext cx="22383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I</a:t>
            </a:r>
          </a:p>
        </p:txBody>
      </p:sp>
      <p:sp>
        <p:nvSpPr>
          <p:cNvPr id="16399" name="Line 15">
            <a:extLst>
              <a:ext uri="{FF2B5EF4-FFF2-40B4-BE49-F238E27FC236}">
                <a16:creationId xmlns:a16="http://schemas.microsoft.com/office/drawing/2014/main" id="{78368EC1-3DE8-BA8F-6D8E-7494B15B5EF8}"/>
              </a:ext>
            </a:extLst>
          </p:cNvPr>
          <p:cNvSpPr>
            <a:spLocks noChangeShapeType="1"/>
          </p:cNvSpPr>
          <p:nvPr/>
        </p:nvSpPr>
        <p:spPr bwMode="auto">
          <a:xfrm>
            <a:off x="1635125" y="1376363"/>
            <a:ext cx="0" cy="2397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0" name="Rectangle 16">
            <a:extLst>
              <a:ext uri="{FF2B5EF4-FFF2-40B4-BE49-F238E27FC236}">
                <a16:creationId xmlns:a16="http://schemas.microsoft.com/office/drawing/2014/main" id="{BC0FB906-B272-1D67-9C17-CB9378EDB664}"/>
              </a:ext>
            </a:extLst>
          </p:cNvPr>
          <p:cNvSpPr>
            <a:spLocks noChangeArrowheads="1"/>
          </p:cNvSpPr>
          <p:nvPr/>
        </p:nvSpPr>
        <p:spPr bwMode="auto">
          <a:xfrm>
            <a:off x="2328863" y="1171575"/>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11</a:t>
            </a:r>
          </a:p>
        </p:txBody>
      </p:sp>
      <p:sp>
        <p:nvSpPr>
          <p:cNvPr id="16401" name="Line 17">
            <a:extLst>
              <a:ext uri="{FF2B5EF4-FFF2-40B4-BE49-F238E27FC236}">
                <a16:creationId xmlns:a16="http://schemas.microsoft.com/office/drawing/2014/main" id="{5CF5C6FB-BDF7-F2FB-55E9-9232BEC58646}"/>
              </a:ext>
            </a:extLst>
          </p:cNvPr>
          <p:cNvSpPr>
            <a:spLocks noChangeShapeType="1"/>
          </p:cNvSpPr>
          <p:nvPr/>
        </p:nvSpPr>
        <p:spPr bwMode="auto">
          <a:xfrm>
            <a:off x="1774825" y="2414588"/>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2" name="Rectangle 18">
            <a:extLst>
              <a:ext uri="{FF2B5EF4-FFF2-40B4-BE49-F238E27FC236}">
                <a16:creationId xmlns:a16="http://schemas.microsoft.com/office/drawing/2014/main" id="{0EC1ABD3-0F65-792C-8DE5-F67994411943}"/>
              </a:ext>
            </a:extLst>
          </p:cNvPr>
          <p:cNvSpPr>
            <a:spLocks noChangeArrowheads="1"/>
          </p:cNvSpPr>
          <p:nvPr/>
        </p:nvSpPr>
        <p:spPr bwMode="auto">
          <a:xfrm>
            <a:off x="1746250" y="21971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0</a:t>
            </a:r>
          </a:p>
        </p:txBody>
      </p:sp>
      <p:sp>
        <p:nvSpPr>
          <p:cNvPr id="16403" name="Line 19">
            <a:extLst>
              <a:ext uri="{FF2B5EF4-FFF2-40B4-BE49-F238E27FC236}">
                <a16:creationId xmlns:a16="http://schemas.microsoft.com/office/drawing/2014/main" id="{2EEBC40D-99FF-2D18-AA2E-8CEE90ADF439}"/>
              </a:ext>
            </a:extLst>
          </p:cNvPr>
          <p:cNvSpPr>
            <a:spLocks noChangeShapeType="1"/>
          </p:cNvSpPr>
          <p:nvPr/>
        </p:nvSpPr>
        <p:spPr bwMode="auto">
          <a:xfrm>
            <a:off x="1982788" y="2247900"/>
            <a:ext cx="0" cy="1778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4" name="Rectangle 20">
            <a:extLst>
              <a:ext uri="{FF2B5EF4-FFF2-40B4-BE49-F238E27FC236}">
                <a16:creationId xmlns:a16="http://schemas.microsoft.com/office/drawing/2014/main" id="{C97A4685-DF15-64F4-9325-79635220F60A}"/>
              </a:ext>
            </a:extLst>
          </p:cNvPr>
          <p:cNvSpPr>
            <a:spLocks noChangeArrowheads="1"/>
          </p:cNvSpPr>
          <p:nvPr/>
        </p:nvSpPr>
        <p:spPr bwMode="auto">
          <a:xfrm>
            <a:off x="1962150" y="2197100"/>
            <a:ext cx="5095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ADD</a:t>
            </a:r>
          </a:p>
        </p:txBody>
      </p:sp>
      <p:sp>
        <p:nvSpPr>
          <p:cNvPr id="16405" name="Rectangle 21">
            <a:extLst>
              <a:ext uri="{FF2B5EF4-FFF2-40B4-BE49-F238E27FC236}">
                <a16:creationId xmlns:a16="http://schemas.microsoft.com/office/drawing/2014/main" id="{64941FE4-483D-F19A-A264-8CE66C9E97E0}"/>
              </a:ext>
            </a:extLst>
          </p:cNvPr>
          <p:cNvSpPr>
            <a:spLocks noChangeArrowheads="1"/>
          </p:cNvSpPr>
          <p:nvPr/>
        </p:nvSpPr>
        <p:spPr bwMode="auto">
          <a:xfrm>
            <a:off x="2822575" y="2206625"/>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457</a:t>
            </a:r>
          </a:p>
        </p:txBody>
      </p:sp>
      <p:sp>
        <p:nvSpPr>
          <p:cNvPr id="16406" name="Line 22">
            <a:extLst>
              <a:ext uri="{FF2B5EF4-FFF2-40B4-BE49-F238E27FC236}">
                <a16:creationId xmlns:a16="http://schemas.microsoft.com/office/drawing/2014/main" id="{2B458F4C-0DBE-73AD-6A5B-201338B1078B}"/>
              </a:ext>
            </a:extLst>
          </p:cNvPr>
          <p:cNvSpPr>
            <a:spLocks noChangeShapeType="1"/>
          </p:cNvSpPr>
          <p:nvPr/>
        </p:nvSpPr>
        <p:spPr bwMode="auto">
          <a:xfrm>
            <a:off x="2489200" y="2247900"/>
            <a:ext cx="0" cy="1619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7" name="Rectangle 23">
            <a:extLst>
              <a:ext uri="{FF2B5EF4-FFF2-40B4-BE49-F238E27FC236}">
                <a16:creationId xmlns:a16="http://schemas.microsoft.com/office/drawing/2014/main" id="{77B31F85-51E1-3485-4399-9B443754E895}"/>
              </a:ext>
            </a:extLst>
          </p:cNvPr>
          <p:cNvSpPr>
            <a:spLocks noChangeArrowheads="1"/>
          </p:cNvSpPr>
          <p:nvPr/>
        </p:nvSpPr>
        <p:spPr bwMode="auto">
          <a:xfrm>
            <a:off x="1381125" y="2244725"/>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22</a:t>
            </a:r>
          </a:p>
        </p:txBody>
      </p:sp>
      <p:sp>
        <p:nvSpPr>
          <p:cNvPr id="16408" name="Line 24">
            <a:extLst>
              <a:ext uri="{FF2B5EF4-FFF2-40B4-BE49-F238E27FC236}">
                <a16:creationId xmlns:a16="http://schemas.microsoft.com/office/drawing/2014/main" id="{247F1163-FA7A-C0D5-3D79-A607A9243F8D}"/>
              </a:ext>
            </a:extLst>
          </p:cNvPr>
          <p:cNvSpPr>
            <a:spLocks noChangeShapeType="1"/>
          </p:cNvSpPr>
          <p:nvPr/>
        </p:nvSpPr>
        <p:spPr bwMode="auto">
          <a:xfrm>
            <a:off x="1774825" y="3106738"/>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9" name="Line 25">
            <a:extLst>
              <a:ext uri="{FF2B5EF4-FFF2-40B4-BE49-F238E27FC236}">
                <a16:creationId xmlns:a16="http://schemas.microsoft.com/office/drawing/2014/main" id="{0F1B0970-0F36-3E74-7877-742FCCE3EA66}"/>
              </a:ext>
            </a:extLst>
          </p:cNvPr>
          <p:cNvSpPr>
            <a:spLocks noChangeShapeType="1"/>
          </p:cNvSpPr>
          <p:nvPr/>
        </p:nvSpPr>
        <p:spPr bwMode="auto">
          <a:xfrm>
            <a:off x="1774825" y="3278188"/>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0" name="Rectangle 26">
            <a:extLst>
              <a:ext uri="{FF2B5EF4-FFF2-40B4-BE49-F238E27FC236}">
                <a16:creationId xmlns:a16="http://schemas.microsoft.com/office/drawing/2014/main" id="{03636B3F-3B59-B143-E53C-6BDDB0FCABDC}"/>
              </a:ext>
            </a:extLst>
          </p:cNvPr>
          <p:cNvSpPr>
            <a:spLocks noChangeArrowheads="1"/>
          </p:cNvSpPr>
          <p:nvPr/>
        </p:nvSpPr>
        <p:spPr bwMode="auto">
          <a:xfrm>
            <a:off x="2170113" y="3070225"/>
            <a:ext cx="80803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Operand</a:t>
            </a:r>
          </a:p>
        </p:txBody>
      </p:sp>
      <p:sp>
        <p:nvSpPr>
          <p:cNvPr id="16411" name="Rectangle 27">
            <a:extLst>
              <a:ext uri="{FF2B5EF4-FFF2-40B4-BE49-F238E27FC236}">
                <a16:creationId xmlns:a16="http://schemas.microsoft.com/office/drawing/2014/main" id="{E120A24F-4014-58B3-4FA9-D5CD1923D429}"/>
              </a:ext>
            </a:extLst>
          </p:cNvPr>
          <p:cNvSpPr>
            <a:spLocks noChangeArrowheads="1"/>
          </p:cNvSpPr>
          <p:nvPr/>
        </p:nvSpPr>
        <p:spPr bwMode="auto">
          <a:xfrm>
            <a:off x="1317625" y="3108325"/>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457</a:t>
            </a:r>
          </a:p>
        </p:txBody>
      </p:sp>
      <p:grpSp>
        <p:nvGrpSpPr>
          <p:cNvPr id="16412" name="Group 28">
            <a:extLst>
              <a:ext uri="{FF2B5EF4-FFF2-40B4-BE49-F238E27FC236}">
                <a16:creationId xmlns:a16="http://schemas.microsoft.com/office/drawing/2014/main" id="{137DE0D2-1A98-4705-3F57-5684D7E6DF79}"/>
              </a:ext>
            </a:extLst>
          </p:cNvPr>
          <p:cNvGrpSpPr>
            <a:grpSpLocks/>
          </p:cNvGrpSpPr>
          <p:nvPr/>
        </p:nvGrpSpPr>
        <p:grpSpPr bwMode="auto">
          <a:xfrm>
            <a:off x="1774825" y="3924300"/>
            <a:ext cx="1770063" cy="90488"/>
            <a:chOff x="937" y="3785"/>
            <a:chExt cx="1119" cy="71"/>
          </a:xfrm>
        </p:grpSpPr>
        <p:sp>
          <p:nvSpPr>
            <p:cNvPr id="16457" name="Arc 29">
              <a:extLst>
                <a:ext uri="{FF2B5EF4-FFF2-40B4-BE49-F238E27FC236}">
                  <a16:creationId xmlns:a16="http://schemas.microsoft.com/office/drawing/2014/main" id="{656B8DE3-0D3B-8C83-1167-635EE5BFF201}"/>
                </a:ext>
              </a:extLst>
            </p:cNvPr>
            <p:cNvSpPr>
              <a:spLocks/>
            </p:cNvSpPr>
            <p:nvPr/>
          </p:nvSpPr>
          <p:spPr bwMode="auto">
            <a:xfrm>
              <a:off x="937" y="3785"/>
              <a:ext cx="312" cy="36"/>
            </a:xfrm>
            <a:custGeom>
              <a:avLst/>
              <a:gdLst>
                <a:gd name="T0" fmla="*/ 0 w 21600"/>
                <a:gd name="T1" fmla="*/ 0 h 21600"/>
                <a:gd name="T2" fmla="*/ 4 w 21600"/>
                <a:gd name="T3" fmla="*/ 0 h 21600"/>
                <a:gd name="T4" fmla="*/ 5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7"/>
                    <a:pt x="9628" y="38"/>
                    <a:pt x="21531" y="0"/>
                  </a:cubicBezTo>
                </a:path>
                <a:path w="21600" h="21600" stroke="0" extrusionOk="0">
                  <a:moveTo>
                    <a:pt x="0" y="21600"/>
                  </a:moveTo>
                  <a:cubicBezTo>
                    <a:pt x="0" y="9697"/>
                    <a:pt x="9628" y="38"/>
                    <a:pt x="21531" y="0"/>
                  </a:cubicBezTo>
                  <a:lnTo>
                    <a:pt x="21600" y="21600"/>
                  </a:lnTo>
                  <a:lnTo>
                    <a:pt x="0" y="2160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58" name="Arc 30">
              <a:extLst>
                <a:ext uri="{FF2B5EF4-FFF2-40B4-BE49-F238E27FC236}">
                  <a16:creationId xmlns:a16="http://schemas.microsoft.com/office/drawing/2014/main" id="{33323B54-A4CE-F1C7-0593-F72F49E160A8}"/>
                </a:ext>
              </a:extLst>
            </p:cNvPr>
            <p:cNvSpPr>
              <a:spLocks/>
            </p:cNvSpPr>
            <p:nvPr/>
          </p:nvSpPr>
          <p:spPr bwMode="auto">
            <a:xfrm>
              <a:off x="1247" y="3785"/>
              <a:ext cx="265" cy="36"/>
            </a:xfrm>
            <a:custGeom>
              <a:avLst/>
              <a:gdLst>
                <a:gd name="T0" fmla="*/ 0 w 21682"/>
                <a:gd name="T1" fmla="*/ 0 h 21600"/>
                <a:gd name="T2" fmla="*/ 3 w 21682"/>
                <a:gd name="T3" fmla="*/ 0 h 21600"/>
                <a:gd name="T4" fmla="*/ 0 w 21682"/>
                <a:gd name="T5" fmla="*/ 0 h 21600"/>
                <a:gd name="T6" fmla="*/ 0 60000 65536"/>
                <a:gd name="T7" fmla="*/ 0 60000 65536"/>
                <a:gd name="T8" fmla="*/ 0 60000 65536"/>
                <a:gd name="T9" fmla="*/ 0 w 21682"/>
                <a:gd name="T10" fmla="*/ 0 h 21600"/>
                <a:gd name="T11" fmla="*/ 21682 w 21682"/>
                <a:gd name="T12" fmla="*/ 21600 h 21600"/>
              </a:gdLst>
              <a:ahLst/>
              <a:cxnLst>
                <a:cxn ang="T6">
                  <a:pos x="T0" y="T1"/>
                </a:cxn>
                <a:cxn ang="T7">
                  <a:pos x="T2" y="T3"/>
                </a:cxn>
                <a:cxn ang="T8">
                  <a:pos x="T4" y="T5"/>
                </a:cxn>
              </a:cxnLst>
              <a:rect l="T9" t="T10" r="T11" b="T12"/>
              <a:pathLst>
                <a:path w="21682" h="21600" fill="none" extrusionOk="0">
                  <a:moveTo>
                    <a:pt x="0" y="0"/>
                  </a:moveTo>
                  <a:cubicBezTo>
                    <a:pt x="27" y="0"/>
                    <a:pt x="54" y="-1"/>
                    <a:pt x="82" y="0"/>
                  </a:cubicBezTo>
                  <a:cubicBezTo>
                    <a:pt x="12011" y="0"/>
                    <a:pt x="21682" y="9670"/>
                    <a:pt x="21682" y="21600"/>
                  </a:cubicBezTo>
                </a:path>
                <a:path w="21682" h="21600" stroke="0" extrusionOk="0">
                  <a:moveTo>
                    <a:pt x="0" y="0"/>
                  </a:moveTo>
                  <a:cubicBezTo>
                    <a:pt x="27" y="0"/>
                    <a:pt x="54" y="-1"/>
                    <a:pt x="82" y="0"/>
                  </a:cubicBezTo>
                  <a:cubicBezTo>
                    <a:pt x="12011" y="0"/>
                    <a:pt x="21682" y="9670"/>
                    <a:pt x="21682" y="21600"/>
                  </a:cubicBezTo>
                  <a:lnTo>
                    <a:pt x="82" y="21600"/>
                  </a:lnTo>
                  <a:lnTo>
                    <a:pt x="0" y="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59" name="Arc 31">
              <a:extLst>
                <a:ext uri="{FF2B5EF4-FFF2-40B4-BE49-F238E27FC236}">
                  <a16:creationId xmlns:a16="http://schemas.microsoft.com/office/drawing/2014/main" id="{BAAC2249-DACB-E5F7-ADC5-352727A1A7EB}"/>
                </a:ext>
              </a:extLst>
            </p:cNvPr>
            <p:cNvSpPr>
              <a:spLocks/>
            </p:cNvSpPr>
            <p:nvPr/>
          </p:nvSpPr>
          <p:spPr bwMode="auto">
            <a:xfrm>
              <a:off x="1529" y="3820"/>
              <a:ext cx="264" cy="36"/>
            </a:xfrm>
            <a:custGeom>
              <a:avLst/>
              <a:gdLst>
                <a:gd name="T0" fmla="*/ 3 w 21600"/>
                <a:gd name="T1" fmla="*/ 0 h 21600"/>
                <a:gd name="T2" fmla="*/ 0 w 21600"/>
                <a:gd name="T3" fmla="*/ 0 h 21600"/>
                <a:gd name="T4" fmla="*/ 3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60" name="Arc 32">
              <a:extLst>
                <a:ext uri="{FF2B5EF4-FFF2-40B4-BE49-F238E27FC236}">
                  <a16:creationId xmlns:a16="http://schemas.microsoft.com/office/drawing/2014/main" id="{E83A25D1-8DC5-F7EC-CB7E-83044D866656}"/>
                </a:ext>
              </a:extLst>
            </p:cNvPr>
            <p:cNvSpPr>
              <a:spLocks/>
            </p:cNvSpPr>
            <p:nvPr/>
          </p:nvSpPr>
          <p:spPr bwMode="auto">
            <a:xfrm>
              <a:off x="1792" y="3820"/>
              <a:ext cx="264" cy="36"/>
            </a:xfrm>
            <a:custGeom>
              <a:avLst/>
              <a:gdLst>
                <a:gd name="T0" fmla="*/ 3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6413" name="Line 33">
            <a:extLst>
              <a:ext uri="{FF2B5EF4-FFF2-40B4-BE49-F238E27FC236}">
                <a16:creationId xmlns:a16="http://schemas.microsoft.com/office/drawing/2014/main" id="{79F7FE66-C956-4E94-D043-5B1CE59C60FC}"/>
              </a:ext>
            </a:extLst>
          </p:cNvPr>
          <p:cNvSpPr>
            <a:spLocks noChangeShapeType="1"/>
          </p:cNvSpPr>
          <p:nvPr/>
        </p:nvSpPr>
        <p:spPr bwMode="auto">
          <a:xfrm>
            <a:off x="1766888" y="2247900"/>
            <a:ext cx="0" cy="17049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4" name="Freeform 34">
            <a:extLst>
              <a:ext uri="{FF2B5EF4-FFF2-40B4-BE49-F238E27FC236}">
                <a16:creationId xmlns:a16="http://schemas.microsoft.com/office/drawing/2014/main" id="{978D1F56-98E2-323F-12BC-572AC19C7244}"/>
              </a:ext>
            </a:extLst>
          </p:cNvPr>
          <p:cNvSpPr>
            <a:spLocks/>
          </p:cNvSpPr>
          <p:nvPr/>
        </p:nvSpPr>
        <p:spPr bwMode="auto">
          <a:xfrm>
            <a:off x="1762125" y="2236788"/>
            <a:ext cx="1795463" cy="1728787"/>
          </a:xfrm>
          <a:custGeom>
            <a:avLst/>
            <a:gdLst>
              <a:gd name="T0" fmla="*/ 0 w 1137"/>
              <a:gd name="T1" fmla="*/ 0 h 1361"/>
              <a:gd name="T2" fmla="*/ 1793884 w 1137"/>
              <a:gd name="T3" fmla="*/ 0 h 1361"/>
              <a:gd name="T4" fmla="*/ 1793884 w 1137"/>
              <a:gd name="T5" fmla="*/ 1727517 h 1361"/>
              <a:gd name="T6" fmla="*/ 0 60000 65536"/>
              <a:gd name="T7" fmla="*/ 0 60000 65536"/>
              <a:gd name="T8" fmla="*/ 0 60000 65536"/>
              <a:gd name="T9" fmla="*/ 0 w 1137"/>
              <a:gd name="T10" fmla="*/ 0 h 1361"/>
              <a:gd name="T11" fmla="*/ 1137 w 1137"/>
              <a:gd name="T12" fmla="*/ 1361 h 1361"/>
            </a:gdLst>
            <a:ahLst/>
            <a:cxnLst>
              <a:cxn ang="T6">
                <a:pos x="T0" y="T1"/>
              </a:cxn>
              <a:cxn ang="T7">
                <a:pos x="T2" y="T3"/>
              </a:cxn>
              <a:cxn ang="T8">
                <a:pos x="T4" y="T5"/>
              </a:cxn>
            </a:cxnLst>
            <a:rect l="T9" t="T10" r="T11" b="T12"/>
            <a:pathLst>
              <a:path w="1137" h="1361">
                <a:moveTo>
                  <a:pt x="0" y="0"/>
                </a:moveTo>
                <a:lnTo>
                  <a:pt x="1136" y="0"/>
                </a:lnTo>
                <a:lnTo>
                  <a:pt x="1136" y="1360"/>
                </a:lnTo>
              </a:path>
            </a:pathLst>
          </a:custGeom>
          <a:noFill/>
          <a:ln w="254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15" name="Line 35">
            <a:extLst>
              <a:ext uri="{FF2B5EF4-FFF2-40B4-BE49-F238E27FC236}">
                <a16:creationId xmlns:a16="http://schemas.microsoft.com/office/drawing/2014/main" id="{1E385613-0348-4152-0521-6D2B66880270}"/>
              </a:ext>
            </a:extLst>
          </p:cNvPr>
          <p:cNvSpPr>
            <a:spLocks noChangeShapeType="1"/>
          </p:cNvSpPr>
          <p:nvPr/>
        </p:nvSpPr>
        <p:spPr bwMode="auto">
          <a:xfrm>
            <a:off x="4505325" y="2414588"/>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6" name="Rectangle 36">
            <a:extLst>
              <a:ext uri="{FF2B5EF4-FFF2-40B4-BE49-F238E27FC236}">
                <a16:creationId xmlns:a16="http://schemas.microsoft.com/office/drawing/2014/main" id="{8447F5E1-6EA9-6A02-1A75-7BBBE973EAD7}"/>
              </a:ext>
            </a:extLst>
          </p:cNvPr>
          <p:cNvSpPr>
            <a:spLocks noChangeArrowheads="1"/>
          </p:cNvSpPr>
          <p:nvPr/>
        </p:nvSpPr>
        <p:spPr bwMode="auto">
          <a:xfrm>
            <a:off x="4464050" y="21971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a:t>
            </a:r>
          </a:p>
        </p:txBody>
      </p:sp>
      <p:sp>
        <p:nvSpPr>
          <p:cNvPr id="16417" name="Line 37">
            <a:extLst>
              <a:ext uri="{FF2B5EF4-FFF2-40B4-BE49-F238E27FC236}">
                <a16:creationId xmlns:a16="http://schemas.microsoft.com/office/drawing/2014/main" id="{3C88A0A2-B370-651F-1B1C-A28FFFE45824}"/>
              </a:ext>
            </a:extLst>
          </p:cNvPr>
          <p:cNvSpPr>
            <a:spLocks noChangeShapeType="1"/>
          </p:cNvSpPr>
          <p:nvPr/>
        </p:nvSpPr>
        <p:spPr bwMode="auto">
          <a:xfrm>
            <a:off x="4713288" y="2228850"/>
            <a:ext cx="0" cy="1778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8" name="Rectangle 38">
            <a:extLst>
              <a:ext uri="{FF2B5EF4-FFF2-40B4-BE49-F238E27FC236}">
                <a16:creationId xmlns:a16="http://schemas.microsoft.com/office/drawing/2014/main" id="{11B74CEC-E6A1-8CE1-825E-41319FA974DE}"/>
              </a:ext>
            </a:extLst>
          </p:cNvPr>
          <p:cNvSpPr>
            <a:spLocks noChangeArrowheads="1"/>
          </p:cNvSpPr>
          <p:nvPr/>
        </p:nvSpPr>
        <p:spPr bwMode="auto">
          <a:xfrm>
            <a:off x="4679950" y="2197100"/>
            <a:ext cx="5095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ADD</a:t>
            </a:r>
          </a:p>
        </p:txBody>
      </p:sp>
      <p:sp>
        <p:nvSpPr>
          <p:cNvPr id="16419" name="Rectangle 39">
            <a:extLst>
              <a:ext uri="{FF2B5EF4-FFF2-40B4-BE49-F238E27FC236}">
                <a16:creationId xmlns:a16="http://schemas.microsoft.com/office/drawing/2014/main" id="{75A639FD-3292-91BF-7F4A-33063470F9E5}"/>
              </a:ext>
            </a:extLst>
          </p:cNvPr>
          <p:cNvSpPr>
            <a:spLocks noChangeArrowheads="1"/>
          </p:cNvSpPr>
          <p:nvPr/>
        </p:nvSpPr>
        <p:spPr bwMode="auto">
          <a:xfrm>
            <a:off x="5540375" y="2206625"/>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300</a:t>
            </a:r>
          </a:p>
        </p:txBody>
      </p:sp>
      <p:sp>
        <p:nvSpPr>
          <p:cNvPr id="16420" name="Line 40">
            <a:extLst>
              <a:ext uri="{FF2B5EF4-FFF2-40B4-BE49-F238E27FC236}">
                <a16:creationId xmlns:a16="http://schemas.microsoft.com/office/drawing/2014/main" id="{473685E2-DB53-20EE-8366-47E11899DE2D}"/>
              </a:ext>
            </a:extLst>
          </p:cNvPr>
          <p:cNvSpPr>
            <a:spLocks noChangeShapeType="1"/>
          </p:cNvSpPr>
          <p:nvPr/>
        </p:nvSpPr>
        <p:spPr bwMode="auto">
          <a:xfrm>
            <a:off x="5207000" y="2228850"/>
            <a:ext cx="0" cy="1809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21" name="Rectangle 41">
            <a:extLst>
              <a:ext uri="{FF2B5EF4-FFF2-40B4-BE49-F238E27FC236}">
                <a16:creationId xmlns:a16="http://schemas.microsoft.com/office/drawing/2014/main" id="{E5E94A53-D831-6716-35BC-8AB729FF3532}"/>
              </a:ext>
            </a:extLst>
          </p:cNvPr>
          <p:cNvSpPr>
            <a:spLocks noChangeArrowheads="1"/>
          </p:cNvSpPr>
          <p:nvPr/>
        </p:nvSpPr>
        <p:spPr bwMode="auto">
          <a:xfrm>
            <a:off x="4127500" y="2206625"/>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35</a:t>
            </a:r>
          </a:p>
        </p:txBody>
      </p:sp>
      <p:sp>
        <p:nvSpPr>
          <p:cNvPr id="16422" name="Line 42">
            <a:extLst>
              <a:ext uri="{FF2B5EF4-FFF2-40B4-BE49-F238E27FC236}">
                <a16:creationId xmlns:a16="http://schemas.microsoft.com/office/drawing/2014/main" id="{F583EFDB-4C27-D73D-873E-3DC26372F059}"/>
              </a:ext>
            </a:extLst>
          </p:cNvPr>
          <p:cNvSpPr>
            <a:spLocks noChangeShapeType="1"/>
          </p:cNvSpPr>
          <p:nvPr/>
        </p:nvSpPr>
        <p:spPr bwMode="auto">
          <a:xfrm>
            <a:off x="4505325" y="2762250"/>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23" name="Line 43">
            <a:extLst>
              <a:ext uri="{FF2B5EF4-FFF2-40B4-BE49-F238E27FC236}">
                <a16:creationId xmlns:a16="http://schemas.microsoft.com/office/drawing/2014/main" id="{F0344813-3C8C-36D6-70BE-3CABB88FF051}"/>
              </a:ext>
            </a:extLst>
          </p:cNvPr>
          <p:cNvSpPr>
            <a:spLocks noChangeShapeType="1"/>
          </p:cNvSpPr>
          <p:nvPr/>
        </p:nvSpPr>
        <p:spPr bwMode="auto">
          <a:xfrm>
            <a:off x="4505325" y="2933700"/>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24" name="Rectangle 44">
            <a:extLst>
              <a:ext uri="{FF2B5EF4-FFF2-40B4-BE49-F238E27FC236}">
                <a16:creationId xmlns:a16="http://schemas.microsoft.com/office/drawing/2014/main" id="{7B4E59DD-2317-431E-EA3E-86739D938609}"/>
              </a:ext>
            </a:extLst>
          </p:cNvPr>
          <p:cNvSpPr>
            <a:spLocks noChangeArrowheads="1"/>
          </p:cNvSpPr>
          <p:nvPr/>
        </p:nvSpPr>
        <p:spPr bwMode="auto">
          <a:xfrm>
            <a:off x="5110163" y="2725738"/>
            <a:ext cx="5175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1350</a:t>
            </a:r>
          </a:p>
        </p:txBody>
      </p:sp>
      <p:sp>
        <p:nvSpPr>
          <p:cNvPr id="16425" name="Rectangle 45">
            <a:extLst>
              <a:ext uri="{FF2B5EF4-FFF2-40B4-BE49-F238E27FC236}">
                <a16:creationId xmlns:a16="http://schemas.microsoft.com/office/drawing/2014/main" id="{EA53BF5F-AADD-CDA9-7E5D-7074A9BA7D70}"/>
              </a:ext>
            </a:extLst>
          </p:cNvPr>
          <p:cNvSpPr>
            <a:spLocks noChangeArrowheads="1"/>
          </p:cNvSpPr>
          <p:nvPr/>
        </p:nvSpPr>
        <p:spPr bwMode="auto">
          <a:xfrm>
            <a:off x="4033838" y="2735263"/>
            <a:ext cx="4333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300</a:t>
            </a:r>
          </a:p>
        </p:txBody>
      </p:sp>
      <p:grpSp>
        <p:nvGrpSpPr>
          <p:cNvPr id="16426" name="Group 46">
            <a:extLst>
              <a:ext uri="{FF2B5EF4-FFF2-40B4-BE49-F238E27FC236}">
                <a16:creationId xmlns:a16="http://schemas.microsoft.com/office/drawing/2014/main" id="{CC05C400-5B22-7A60-08DF-08AA2D4867A5}"/>
              </a:ext>
            </a:extLst>
          </p:cNvPr>
          <p:cNvGrpSpPr>
            <a:grpSpLocks/>
          </p:cNvGrpSpPr>
          <p:nvPr/>
        </p:nvGrpSpPr>
        <p:grpSpPr bwMode="auto">
          <a:xfrm>
            <a:off x="4506913" y="3924300"/>
            <a:ext cx="1768475" cy="90488"/>
            <a:chOff x="2665" y="3785"/>
            <a:chExt cx="1119" cy="71"/>
          </a:xfrm>
        </p:grpSpPr>
        <p:sp>
          <p:nvSpPr>
            <p:cNvPr id="16453" name="Arc 47">
              <a:extLst>
                <a:ext uri="{FF2B5EF4-FFF2-40B4-BE49-F238E27FC236}">
                  <a16:creationId xmlns:a16="http://schemas.microsoft.com/office/drawing/2014/main" id="{C779F1BA-8B8D-ADF1-F993-A49F8B4FB7FD}"/>
                </a:ext>
              </a:extLst>
            </p:cNvPr>
            <p:cNvSpPr>
              <a:spLocks/>
            </p:cNvSpPr>
            <p:nvPr/>
          </p:nvSpPr>
          <p:spPr bwMode="auto">
            <a:xfrm>
              <a:off x="2665" y="3785"/>
              <a:ext cx="308" cy="36"/>
            </a:xfrm>
            <a:custGeom>
              <a:avLst/>
              <a:gdLst>
                <a:gd name="T0" fmla="*/ 0 w 21600"/>
                <a:gd name="T1" fmla="*/ 0 h 21600"/>
                <a:gd name="T2" fmla="*/ 4 w 21600"/>
                <a:gd name="T3" fmla="*/ 0 h 21600"/>
                <a:gd name="T4" fmla="*/ 4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7"/>
                    <a:pt x="9628" y="38"/>
                    <a:pt x="21530" y="0"/>
                  </a:cubicBezTo>
                </a:path>
                <a:path w="21600" h="21600" stroke="0" extrusionOk="0">
                  <a:moveTo>
                    <a:pt x="0" y="21600"/>
                  </a:moveTo>
                  <a:cubicBezTo>
                    <a:pt x="0" y="9697"/>
                    <a:pt x="9628" y="38"/>
                    <a:pt x="21530" y="0"/>
                  </a:cubicBezTo>
                  <a:lnTo>
                    <a:pt x="21600" y="21600"/>
                  </a:lnTo>
                  <a:lnTo>
                    <a:pt x="0" y="2160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54" name="Arc 48">
              <a:extLst>
                <a:ext uri="{FF2B5EF4-FFF2-40B4-BE49-F238E27FC236}">
                  <a16:creationId xmlns:a16="http://schemas.microsoft.com/office/drawing/2014/main" id="{5B98D085-E171-5B6E-EC02-EF6A5A8CC47A}"/>
                </a:ext>
              </a:extLst>
            </p:cNvPr>
            <p:cNvSpPr>
              <a:spLocks/>
            </p:cNvSpPr>
            <p:nvPr/>
          </p:nvSpPr>
          <p:spPr bwMode="auto">
            <a:xfrm>
              <a:off x="2967" y="3785"/>
              <a:ext cx="265" cy="36"/>
            </a:xfrm>
            <a:custGeom>
              <a:avLst/>
              <a:gdLst>
                <a:gd name="T0" fmla="*/ 0 w 21682"/>
                <a:gd name="T1" fmla="*/ 0 h 21600"/>
                <a:gd name="T2" fmla="*/ 3 w 21682"/>
                <a:gd name="T3" fmla="*/ 0 h 21600"/>
                <a:gd name="T4" fmla="*/ 0 w 21682"/>
                <a:gd name="T5" fmla="*/ 0 h 21600"/>
                <a:gd name="T6" fmla="*/ 0 60000 65536"/>
                <a:gd name="T7" fmla="*/ 0 60000 65536"/>
                <a:gd name="T8" fmla="*/ 0 60000 65536"/>
                <a:gd name="T9" fmla="*/ 0 w 21682"/>
                <a:gd name="T10" fmla="*/ 0 h 21600"/>
                <a:gd name="T11" fmla="*/ 21682 w 21682"/>
                <a:gd name="T12" fmla="*/ 21600 h 21600"/>
              </a:gdLst>
              <a:ahLst/>
              <a:cxnLst>
                <a:cxn ang="T6">
                  <a:pos x="T0" y="T1"/>
                </a:cxn>
                <a:cxn ang="T7">
                  <a:pos x="T2" y="T3"/>
                </a:cxn>
                <a:cxn ang="T8">
                  <a:pos x="T4" y="T5"/>
                </a:cxn>
              </a:cxnLst>
              <a:rect l="T9" t="T10" r="T11" b="T12"/>
              <a:pathLst>
                <a:path w="21682" h="21600" fill="none" extrusionOk="0">
                  <a:moveTo>
                    <a:pt x="0" y="0"/>
                  </a:moveTo>
                  <a:cubicBezTo>
                    <a:pt x="27" y="0"/>
                    <a:pt x="54" y="-1"/>
                    <a:pt x="82" y="0"/>
                  </a:cubicBezTo>
                  <a:cubicBezTo>
                    <a:pt x="12011" y="0"/>
                    <a:pt x="21682" y="9670"/>
                    <a:pt x="21682" y="21600"/>
                  </a:cubicBezTo>
                </a:path>
                <a:path w="21682" h="21600" stroke="0" extrusionOk="0">
                  <a:moveTo>
                    <a:pt x="0" y="0"/>
                  </a:moveTo>
                  <a:cubicBezTo>
                    <a:pt x="27" y="0"/>
                    <a:pt x="54" y="-1"/>
                    <a:pt x="82" y="0"/>
                  </a:cubicBezTo>
                  <a:cubicBezTo>
                    <a:pt x="12011" y="0"/>
                    <a:pt x="21682" y="9670"/>
                    <a:pt x="21682" y="21600"/>
                  </a:cubicBezTo>
                  <a:lnTo>
                    <a:pt x="82" y="21600"/>
                  </a:lnTo>
                  <a:lnTo>
                    <a:pt x="0" y="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55" name="Arc 49">
              <a:extLst>
                <a:ext uri="{FF2B5EF4-FFF2-40B4-BE49-F238E27FC236}">
                  <a16:creationId xmlns:a16="http://schemas.microsoft.com/office/drawing/2014/main" id="{0E5E7AEF-9167-865B-56F0-79D8E7AA7539}"/>
                </a:ext>
              </a:extLst>
            </p:cNvPr>
            <p:cNvSpPr>
              <a:spLocks/>
            </p:cNvSpPr>
            <p:nvPr/>
          </p:nvSpPr>
          <p:spPr bwMode="auto">
            <a:xfrm>
              <a:off x="3249" y="3820"/>
              <a:ext cx="268" cy="36"/>
            </a:xfrm>
            <a:custGeom>
              <a:avLst/>
              <a:gdLst>
                <a:gd name="T0" fmla="*/ 3 w 21600"/>
                <a:gd name="T1" fmla="*/ 0 h 21600"/>
                <a:gd name="T2" fmla="*/ 0 w 21600"/>
                <a:gd name="T3" fmla="*/ 0 h 21600"/>
                <a:gd name="T4" fmla="*/ 3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56" name="Arc 50">
              <a:extLst>
                <a:ext uri="{FF2B5EF4-FFF2-40B4-BE49-F238E27FC236}">
                  <a16:creationId xmlns:a16="http://schemas.microsoft.com/office/drawing/2014/main" id="{7EF7E464-3B3C-6A68-4F61-0F8640A7D263}"/>
                </a:ext>
              </a:extLst>
            </p:cNvPr>
            <p:cNvSpPr>
              <a:spLocks/>
            </p:cNvSpPr>
            <p:nvPr/>
          </p:nvSpPr>
          <p:spPr bwMode="auto">
            <a:xfrm>
              <a:off x="3516" y="3820"/>
              <a:ext cx="268" cy="36"/>
            </a:xfrm>
            <a:custGeom>
              <a:avLst/>
              <a:gdLst>
                <a:gd name="T0" fmla="*/ 3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6427" name="Line 51">
            <a:extLst>
              <a:ext uri="{FF2B5EF4-FFF2-40B4-BE49-F238E27FC236}">
                <a16:creationId xmlns:a16="http://schemas.microsoft.com/office/drawing/2014/main" id="{3996C221-E0EF-ACE4-0769-F8DC51668DA8}"/>
              </a:ext>
            </a:extLst>
          </p:cNvPr>
          <p:cNvSpPr>
            <a:spLocks noChangeShapeType="1"/>
          </p:cNvSpPr>
          <p:nvPr/>
        </p:nvSpPr>
        <p:spPr bwMode="auto">
          <a:xfrm>
            <a:off x="4498975" y="2247900"/>
            <a:ext cx="0" cy="17049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28" name="Freeform 52">
            <a:extLst>
              <a:ext uri="{FF2B5EF4-FFF2-40B4-BE49-F238E27FC236}">
                <a16:creationId xmlns:a16="http://schemas.microsoft.com/office/drawing/2014/main" id="{73FB9253-0ECE-60E3-AD4C-BCFC2189F651}"/>
              </a:ext>
            </a:extLst>
          </p:cNvPr>
          <p:cNvSpPr>
            <a:spLocks/>
          </p:cNvSpPr>
          <p:nvPr/>
        </p:nvSpPr>
        <p:spPr bwMode="auto">
          <a:xfrm>
            <a:off x="4492625" y="2236788"/>
            <a:ext cx="1797050" cy="1728787"/>
          </a:xfrm>
          <a:custGeom>
            <a:avLst/>
            <a:gdLst>
              <a:gd name="T0" fmla="*/ 0 w 1137"/>
              <a:gd name="T1" fmla="*/ 0 h 1361"/>
              <a:gd name="T2" fmla="*/ 1795469 w 1137"/>
              <a:gd name="T3" fmla="*/ 0 h 1361"/>
              <a:gd name="T4" fmla="*/ 1795469 w 1137"/>
              <a:gd name="T5" fmla="*/ 1727517 h 1361"/>
              <a:gd name="T6" fmla="*/ 0 60000 65536"/>
              <a:gd name="T7" fmla="*/ 0 60000 65536"/>
              <a:gd name="T8" fmla="*/ 0 60000 65536"/>
              <a:gd name="T9" fmla="*/ 0 w 1137"/>
              <a:gd name="T10" fmla="*/ 0 h 1361"/>
              <a:gd name="T11" fmla="*/ 1137 w 1137"/>
              <a:gd name="T12" fmla="*/ 1361 h 1361"/>
            </a:gdLst>
            <a:ahLst/>
            <a:cxnLst>
              <a:cxn ang="T6">
                <a:pos x="T0" y="T1"/>
              </a:cxn>
              <a:cxn ang="T7">
                <a:pos x="T2" y="T3"/>
              </a:cxn>
              <a:cxn ang="T8">
                <a:pos x="T4" y="T5"/>
              </a:cxn>
            </a:cxnLst>
            <a:rect l="T9" t="T10" r="T11" b="T12"/>
            <a:pathLst>
              <a:path w="1137" h="1361">
                <a:moveTo>
                  <a:pt x="0" y="0"/>
                </a:moveTo>
                <a:lnTo>
                  <a:pt x="1136" y="0"/>
                </a:lnTo>
                <a:lnTo>
                  <a:pt x="1136" y="1360"/>
                </a:lnTo>
              </a:path>
            </a:pathLst>
          </a:custGeom>
          <a:noFill/>
          <a:ln w="254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29" name="Line 53">
            <a:extLst>
              <a:ext uri="{FF2B5EF4-FFF2-40B4-BE49-F238E27FC236}">
                <a16:creationId xmlns:a16="http://schemas.microsoft.com/office/drawing/2014/main" id="{94C78D1C-FCBE-3F2B-670D-E4D1828763D9}"/>
              </a:ext>
            </a:extLst>
          </p:cNvPr>
          <p:cNvSpPr>
            <a:spLocks noChangeShapeType="1"/>
          </p:cNvSpPr>
          <p:nvPr/>
        </p:nvSpPr>
        <p:spPr bwMode="auto">
          <a:xfrm>
            <a:off x="4505325" y="3398838"/>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30" name="Line 54">
            <a:extLst>
              <a:ext uri="{FF2B5EF4-FFF2-40B4-BE49-F238E27FC236}">
                <a16:creationId xmlns:a16="http://schemas.microsoft.com/office/drawing/2014/main" id="{12148C56-0885-B607-E135-EC24F7D85E99}"/>
              </a:ext>
            </a:extLst>
          </p:cNvPr>
          <p:cNvSpPr>
            <a:spLocks noChangeShapeType="1"/>
          </p:cNvSpPr>
          <p:nvPr/>
        </p:nvSpPr>
        <p:spPr bwMode="auto">
          <a:xfrm>
            <a:off x="4505325" y="3573463"/>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31" name="Rectangle 55">
            <a:extLst>
              <a:ext uri="{FF2B5EF4-FFF2-40B4-BE49-F238E27FC236}">
                <a16:creationId xmlns:a16="http://schemas.microsoft.com/office/drawing/2014/main" id="{7D082A29-EC85-6126-BC0D-DBE2970EC47A}"/>
              </a:ext>
            </a:extLst>
          </p:cNvPr>
          <p:cNvSpPr>
            <a:spLocks noChangeArrowheads="1"/>
          </p:cNvSpPr>
          <p:nvPr/>
        </p:nvSpPr>
        <p:spPr bwMode="auto">
          <a:xfrm>
            <a:off x="4879975" y="3373438"/>
            <a:ext cx="80803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Operand</a:t>
            </a:r>
          </a:p>
        </p:txBody>
      </p:sp>
      <p:sp>
        <p:nvSpPr>
          <p:cNvPr id="16432" name="Rectangle 56">
            <a:extLst>
              <a:ext uri="{FF2B5EF4-FFF2-40B4-BE49-F238E27FC236}">
                <a16:creationId xmlns:a16="http://schemas.microsoft.com/office/drawing/2014/main" id="{099DC98E-88EB-67DF-DA11-F742B36C8C64}"/>
              </a:ext>
            </a:extLst>
          </p:cNvPr>
          <p:cNvSpPr>
            <a:spLocks noChangeArrowheads="1"/>
          </p:cNvSpPr>
          <p:nvPr/>
        </p:nvSpPr>
        <p:spPr bwMode="auto">
          <a:xfrm>
            <a:off x="3981450" y="3373438"/>
            <a:ext cx="5175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1350</a:t>
            </a:r>
          </a:p>
        </p:txBody>
      </p:sp>
      <p:sp>
        <p:nvSpPr>
          <p:cNvPr id="16433" name="Oval 57">
            <a:extLst>
              <a:ext uri="{FF2B5EF4-FFF2-40B4-BE49-F238E27FC236}">
                <a16:creationId xmlns:a16="http://schemas.microsoft.com/office/drawing/2014/main" id="{2528B9D1-DBDD-C09F-D67B-66CCFF8D4A43}"/>
              </a:ext>
            </a:extLst>
          </p:cNvPr>
          <p:cNvSpPr>
            <a:spLocks noChangeArrowheads="1"/>
          </p:cNvSpPr>
          <p:nvPr/>
        </p:nvSpPr>
        <p:spPr bwMode="auto">
          <a:xfrm>
            <a:off x="2493963" y="4268788"/>
            <a:ext cx="328612" cy="26352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16434" name="Rectangle 58">
            <a:extLst>
              <a:ext uri="{FF2B5EF4-FFF2-40B4-BE49-F238E27FC236}">
                <a16:creationId xmlns:a16="http://schemas.microsoft.com/office/drawing/2014/main" id="{B3BB3C02-62EA-CFE1-79D2-6F8C481E88CE}"/>
              </a:ext>
            </a:extLst>
          </p:cNvPr>
          <p:cNvSpPr>
            <a:spLocks noChangeArrowheads="1"/>
          </p:cNvSpPr>
          <p:nvPr/>
        </p:nvSpPr>
        <p:spPr bwMode="auto">
          <a:xfrm>
            <a:off x="2493963" y="4221163"/>
            <a:ext cx="358775"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800" b="1">
                <a:solidFill>
                  <a:srgbClr val="000000"/>
                </a:solidFill>
                <a:latin typeface="Arial" panose="020B0604020202020204" pitchFamily="34" charset="0"/>
                <a:ea typeface="굴림" panose="020B0600000101010101" pitchFamily="34" charset="-127"/>
              </a:rPr>
              <a:t>+</a:t>
            </a:r>
          </a:p>
        </p:txBody>
      </p:sp>
      <p:sp>
        <p:nvSpPr>
          <p:cNvPr id="16435" name="Rectangle 59">
            <a:extLst>
              <a:ext uri="{FF2B5EF4-FFF2-40B4-BE49-F238E27FC236}">
                <a16:creationId xmlns:a16="http://schemas.microsoft.com/office/drawing/2014/main" id="{40154626-62DB-8642-3FDF-303025746BF3}"/>
              </a:ext>
            </a:extLst>
          </p:cNvPr>
          <p:cNvSpPr>
            <a:spLocks noChangeArrowheads="1"/>
          </p:cNvSpPr>
          <p:nvPr/>
        </p:nvSpPr>
        <p:spPr bwMode="auto">
          <a:xfrm>
            <a:off x="1774825" y="4848225"/>
            <a:ext cx="1770063" cy="19050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16436" name="Rectangle 60">
            <a:extLst>
              <a:ext uri="{FF2B5EF4-FFF2-40B4-BE49-F238E27FC236}">
                <a16:creationId xmlns:a16="http://schemas.microsoft.com/office/drawing/2014/main" id="{1712AAFF-727D-E5CC-A039-837B1B8BE090}"/>
              </a:ext>
            </a:extLst>
          </p:cNvPr>
          <p:cNvSpPr>
            <a:spLocks noChangeArrowheads="1"/>
          </p:cNvSpPr>
          <p:nvPr/>
        </p:nvSpPr>
        <p:spPr bwMode="auto">
          <a:xfrm>
            <a:off x="2420938" y="4806950"/>
            <a:ext cx="4000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AC</a:t>
            </a:r>
          </a:p>
        </p:txBody>
      </p:sp>
      <p:sp>
        <p:nvSpPr>
          <p:cNvPr id="16437" name="Freeform 61">
            <a:extLst>
              <a:ext uri="{FF2B5EF4-FFF2-40B4-BE49-F238E27FC236}">
                <a16:creationId xmlns:a16="http://schemas.microsoft.com/office/drawing/2014/main" id="{3D8F86C7-7D14-F021-CFDA-3650DB6476E8}"/>
              </a:ext>
            </a:extLst>
          </p:cNvPr>
          <p:cNvSpPr>
            <a:spLocks/>
          </p:cNvSpPr>
          <p:nvPr/>
        </p:nvSpPr>
        <p:spPr bwMode="auto">
          <a:xfrm>
            <a:off x="1436688" y="5046663"/>
            <a:ext cx="1216025" cy="174625"/>
          </a:xfrm>
          <a:custGeom>
            <a:avLst/>
            <a:gdLst>
              <a:gd name="T0" fmla="*/ 1214444 w 769"/>
              <a:gd name="T1" fmla="*/ 0 h 137"/>
              <a:gd name="T2" fmla="*/ 1214444 w 769"/>
              <a:gd name="T3" fmla="*/ 173350 h 137"/>
              <a:gd name="T4" fmla="*/ 0 w 769"/>
              <a:gd name="T5" fmla="*/ 173350 h 137"/>
              <a:gd name="T6" fmla="*/ 0 60000 65536"/>
              <a:gd name="T7" fmla="*/ 0 60000 65536"/>
              <a:gd name="T8" fmla="*/ 0 60000 65536"/>
              <a:gd name="T9" fmla="*/ 0 w 769"/>
              <a:gd name="T10" fmla="*/ 0 h 137"/>
              <a:gd name="T11" fmla="*/ 769 w 769"/>
              <a:gd name="T12" fmla="*/ 137 h 137"/>
            </a:gdLst>
            <a:ahLst/>
            <a:cxnLst>
              <a:cxn ang="T6">
                <a:pos x="T0" y="T1"/>
              </a:cxn>
              <a:cxn ang="T7">
                <a:pos x="T2" y="T3"/>
              </a:cxn>
              <a:cxn ang="T8">
                <a:pos x="T4" y="T5"/>
              </a:cxn>
            </a:cxnLst>
            <a:rect l="T9" t="T10" r="T11" b="T12"/>
            <a:pathLst>
              <a:path w="769" h="137">
                <a:moveTo>
                  <a:pt x="768" y="0"/>
                </a:moveTo>
                <a:lnTo>
                  <a:pt x="768" y="136"/>
                </a:lnTo>
                <a:lnTo>
                  <a:pt x="0" y="136"/>
                </a:lnTo>
              </a:path>
            </a:pathLst>
          </a:custGeom>
          <a:noFill/>
          <a:ln w="254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38" name="Line 62">
            <a:extLst>
              <a:ext uri="{FF2B5EF4-FFF2-40B4-BE49-F238E27FC236}">
                <a16:creationId xmlns:a16="http://schemas.microsoft.com/office/drawing/2014/main" id="{35E24428-7112-2139-083B-0F45F5C64263}"/>
              </a:ext>
            </a:extLst>
          </p:cNvPr>
          <p:cNvSpPr>
            <a:spLocks noChangeShapeType="1"/>
          </p:cNvSpPr>
          <p:nvPr/>
        </p:nvSpPr>
        <p:spPr bwMode="auto">
          <a:xfrm>
            <a:off x="1431925" y="4440238"/>
            <a:ext cx="0" cy="8080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39" name="Line 63">
            <a:extLst>
              <a:ext uri="{FF2B5EF4-FFF2-40B4-BE49-F238E27FC236}">
                <a16:creationId xmlns:a16="http://schemas.microsoft.com/office/drawing/2014/main" id="{B4B22633-C380-7F4E-395A-D8943C811E25}"/>
              </a:ext>
            </a:extLst>
          </p:cNvPr>
          <p:cNvSpPr>
            <a:spLocks noChangeShapeType="1"/>
          </p:cNvSpPr>
          <p:nvPr/>
        </p:nvSpPr>
        <p:spPr bwMode="auto">
          <a:xfrm>
            <a:off x="1420813" y="4419600"/>
            <a:ext cx="1062037" cy="0"/>
          </a:xfrm>
          <a:prstGeom prst="line">
            <a:avLst/>
          </a:prstGeom>
          <a:noFill/>
          <a:ln w="25400">
            <a:solidFill>
              <a:srgbClr val="00000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40" name="Oval 64">
            <a:extLst>
              <a:ext uri="{FF2B5EF4-FFF2-40B4-BE49-F238E27FC236}">
                <a16:creationId xmlns:a16="http://schemas.microsoft.com/office/drawing/2014/main" id="{6A60EEFA-442E-CC13-1BEE-6971D8F34258}"/>
              </a:ext>
            </a:extLst>
          </p:cNvPr>
          <p:cNvSpPr>
            <a:spLocks noChangeArrowheads="1"/>
          </p:cNvSpPr>
          <p:nvPr/>
        </p:nvSpPr>
        <p:spPr bwMode="auto">
          <a:xfrm>
            <a:off x="5213350" y="4268788"/>
            <a:ext cx="341313" cy="26352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16441" name="Rectangle 65">
            <a:extLst>
              <a:ext uri="{FF2B5EF4-FFF2-40B4-BE49-F238E27FC236}">
                <a16:creationId xmlns:a16="http://schemas.microsoft.com/office/drawing/2014/main" id="{2106A710-F172-6768-8F59-9270C7E78031}"/>
              </a:ext>
            </a:extLst>
          </p:cNvPr>
          <p:cNvSpPr>
            <a:spLocks noChangeArrowheads="1"/>
          </p:cNvSpPr>
          <p:nvPr/>
        </p:nvSpPr>
        <p:spPr bwMode="auto">
          <a:xfrm>
            <a:off x="5233988" y="4221163"/>
            <a:ext cx="358775"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800" b="1">
                <a:solidFill>
                  <a:srgbClr val="000000"/>
                </a:solidFill>
                <a:latin typeface="Arial" panose="020B0604020202020204" pitchFamily="34" charset="0"/>
                <a:ea typeface="굴림" panose="020B0600000101010101" pitchFamily="34" charset="-127"/>
              </a:rPr>
              <a:t>+</a:t>
            </a:r>
          </a:p>
        </p:txBody>
      </p:sp>
      <p:sp>
        <p:nvSpPr>
          <p:cNvPr id="16442" name="Rectangle 66">
            <a:extLst>
              <a:ext uri="{FF2B5EF4-FFF2-40B4-BE49-F238E27FC236}">
                <a16:creationId xmlns:a16="http://schemas.microsoft.com/office/drawing/2014/main" id="{776FAFAD-53EF-F785-C027-C1370B4FB227}"/>
              </a:ext>
            </a:extLst>
          </p:cNvPr>
          <p:cNvSpPr>
            <a:spLocks noChangeArrowheads="1"/>
          </p:cNvSpPr>
          <p:nvPr/>
        </p:nvSpPr>
        <p:spPr bwMode="auto">
          <a:xfrm>
            <a:off x="4505325" y="4848225"/>
            <a:ext cx="1770063" cy="19050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16443" name="Rectangle 67">
            <a:extLst>
              <a:ext uri="{FF2B5EF4-FFF2-40B4-BE49-F238E27FC236}">
                <a16:creationId xmlns:a16="http://schemas.microsoft.com/office/drawing/2014/main" id="{1E849BA0-199D-8AE1-3409-00F3336D1C1A}"/>
              </a:ext>
            </a:extLst>
          </p:cNvPr>
          <p:cNvSpPr>
            <a:spLocks noChangeArrowheads="1"/>
          </p:cNvSpPr>
          <p:nvPr/>
        </p:nvSpPr>
        <p:spPr bwMode="auto">
          <a:xfrm>
            <a:off x="5186363" y="4806950"/>
            <a:ext cx="4000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AC</a:t>
            </a:r>
          </a:p>
        </p:txBody>
      </p:sp>
      <p:sp>
        <p:nvSpPr>
          <p:cNvPr id="16444" name="Freeform 68">
            <a:extLst>
              <a:ext uri="{FF2B5EF4-FFF2-40B4-BE49-F238E27FC236}">
                <a16:creationId xmlns:a16="http://schemas.microsoft.com/office/drawing/2014/main" id="{4B4789AB-BE37-C13F-7983-3B705AA45D84}"/>
              </a:ext>
            </a:extLst>
          </p:cNvPr>
          <p:cNvSpPr>
            <a:spLocks/>
          </p:cNvSpPr>
          <p:nvPr/>
        </p:nvSpPr>
        <p:spPr bwMode="auto">
          <a:xfrm>
            <a:off x="4154488" y="5037138"/>
            <a:ext cx="1227137" cy="174625"/>
          </a:xfrm>
          <a:custGeom>
            <a:avLst/>
            <a:gdLst>
              <a:gd name="T0" fmla="*/ 1225558 w 777"/>
              <a:gd name="T1" fmla="*/ 0 h 137"/>
              <a:gd name="T2" fmla="*/ 1225558 w 777"/>
              <a:gd name="T3" fmla="*/ 173350 h 137"/>
              <a:gd name="T4" fmla="*/ 0 w 777"/>
              <a:gd name="T5" fmla="*/ 173350 h 137"/>
              <a:gd name="T6" fmla="*/ 0 60000 65536"/>
              <a:gd name="T7" fmla="*/ 0 60000 65536"/>
              <a:gd name="T8" fmla="*/ 0 60000 65536"/>
              <a:gd name="T9" fmla="*/ 0 w 777"/>
              <a:gd name="T10" fmla="*/ 0 h 137"/>
              <a:gd name="T11" fmla="*/ 777 w 777"/>
              <a:gd name="T12" fmla="*/ 137 h 137"/>
            </a:gdLst>
            <a:ahLst/>
            <a:cxnLst>
              <a:cxn ang="T6">
                <a:pos x="T0" y="T1"/>
              </a:cxn>
              <a:cxn ang="T7">
                <a:pos x="T2" y="T3"/>
              </a:cxn>
              <a:cxn ang="T8">
                <a:pos x="T4" y="T5"/>
              </a:cxn>
            </a:cxnLst>
            <a:rect l="T9" t="T10" r="T11" b="T12"/>
            <a:pathLst>
              <a:path w="777" h="137">
                <a:moveTo>
                  <a:pt x="776" y="0"/>
                </a:moveTo>
                <a:lnTo>
                  <a:pt x="776" y="136"/>
                </a:lnTo>
                <a:lnTo>
                  <a:pt x="0" y="136"/>
                </a:lnTo>
              </a:path>
            </a:pathLst>
          </a:custGeom>
          <a:noFill/>
          <a:ln w="254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45" name="Line 69">
            <a:extLst>
              <a:ext uri="{FF2B5EF4-FFF2-40B4-BE49-F238E27FC236}">
                <a16:creationId xmlns:a16="http://schemas.microsoft.com/office/drawing/2014/main" id="{7A498715-DDED-6C03-5F3B-7927D8B7F124}"/>
              </a:ext>
            </a:extLst>
          </p:cNvPr>
          <p:cNvSpPr>
            <a:spLocks noChangeShapeType="1"/>
          </p:cNvSpPr>
          <p:nvPr/>
        </p:nvSpPr>
        <p:spPr bwMode="auto">
          <a:xfrm>
            <a:off x="4141788" y="4440238"/>
            <a:ext cx="0" cy="7699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46" name="Rectangle 70">
            <a:extLst>
              <a:ext uri="{FF2B5EF4-FFF2-40B4-BE49-F238E27FC236}">
                <a16:creationId xmlns:a16="http://schemas.microsoft.com/office/drawing/2014/main" id="{E49B02FB-356E-946F-0522-9C42B8351F27}"/>
              </a:ext>
            </a:extLst>
          </p:cNvPr>
          <p:cNvSpPr>
            <a:spLocks noChangeArrowheads="1"/>
          </p:cNvSpPr>
          <p:nvPr/>
        </p:nvSpPr>
        <p:spPr bwMode="auto">
          <a:xfrm>
            <a:off x="1865313" y="1870075"/>
            <a:ext cx="144303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400" b="1">
                <a:solidFill>
                  <a:srgbClr val="000000"/>
                </a:solidFill>
                <a:latin typeface="Arial" panose="020B0604020202020204" pitchFamily="34" charset="0"/>
                <a:ea typeface="굴림" panose="020B0600000101010101" pitchFamily="34" charset="-127"/>
              </a:rPr>
              <a:t>Direct Address</a:t>
            </a:r>
          </a:p>
        </p:txBody>
      </p:sp>
      <p:sp>
        <p:nvSpPr>
          <p:cNvPr id="16447" name="Rectangle 71">
            <a:extLst>
              <a:ext uri="{FF2B5EF4-FFF2-40B4-BE49-F238E27FC236}">
                <a16:creationId xmlns:a16="http://schemas.microsoft.com/office/drawing/2014/main" id="{276BB8C5-0899-7B1D-DC81-D1DCBA5FFC9C}"/>
              </a:ext>
            </a:extLst>
          </p:cNvPr>
          <p:cNvSpPr>
            <a:spLocks noChangeArrowheads="1"/>
          </p:cNvSpPr>
          <p:nvPr/>
        </p:nvSpPr>
        <p:spPr bwMode="auto">
          <a:xfrm>
            <a:off x="4586288" y="1849438"/>
            <a:ext cx="1549400"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400" b="1">
                <a:solidFill>
                  <a:srgbClr val="000000"/>
                </a:solidFill>
                <a:latin typeface="Arial" panose="020B0604020202020204" pitchFamily="34" charset="0"/>
                <a:ea typeface="굴림" panose="020B0600000101010101" pitchFamily="34" charset="-127"/>
              </a:rPr>
              <a:t>Indirect address</a:t>
            </a:r>
          </a:p>
        </p:txBody>
      </p:sp>
      <p:sp>
        <p:nvSpPr>
          <p:cNvPr id="16448" name="Line 72">
            <a:extLst>
              <a:ext uri="{FF2B5EF4-FFF2-40B4-BE49-F238E27FC236}">
                <a16:creationId xmlns:a16="http://schemas.microsoft.com/office/drawing/2014/main" id="{F84ED4FF-98F4-9ABE-6E3D-9BD0C206CC39}"/>
              </a:ext>
            </a:extLst>
          </p:cNvPr>
          <p:cNvSpPr>
            <a:spLocks noChangeShapeType="1"/>
          </p:cNvSpPr>
          <p:nvPr/>
        </p:nvSpPr>
        <p:spPr bwMode="auto">
          <a:xfrm>
            <a:off x="4144963" y="4445000"/>
            <a:ext cx="1062037" cy="0"/>
          </a:xfrm>
          <a:prstGeom prst="line">
            <a:avLst/>
          </a:prstGeom>
          <a:noFill/>
          <a:ln w="25400">
            <a:solidFill>
              <a:srgbClr val="00000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49" name="Line 73">
            <a:extLst>
              <a:ext uri="{FF2B5EF4-FFF2-40B4-BE49-F238E27FC236}">
                <a16:creationId xmlns:a16="http://schemas.microsoft.com/office/drawing/2014/main" id="{5DEDC252-CDAC-9C68-241C-2762741871F3}"/>
              </a:ext>
            </a:extLst>
          </p:cNvPr>
          <p:cNvSpPr>
            <a:spLocks noChangeShapeType="1"/>
          </p:cNvSpPr>
          <p:nvPr/>
        </p:nvSpPr>
        <p:spPr bwMode="auto">
          <a:xfrm>
            <a:off x="5372100" y="3571875"/>
            <a:ext cx="0" cy="666750"/>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50" name="Line 74">
            <a:extLst>
              <a:ext uri="{FF2B5EF4-FFF2-40B4-BE49-F238E27FC236}">
                <a16:creationId xmlns:a16="http://schemas.microsoft.com/office/drawing/2014/main" id="{06E15610-7C11-CB00-AC88-4307D8FA2EA8}"/>
              </a:ext>
            </a:extLst>
          </p:cNvPr>
          <p:cNvSpPr>
            <a:spLocks noChangeShapeType="1"/>
          </p:cNvSpPr>
          <p:nvPr/>
        </p:nvSpPr>
        <p:spPr bwMode="auto">
          <a:xfrm>
            <a:off x="2647950" y="3295650"/>
            <a:ext cx="0" cy="942975"/>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51" name="Line 75">
            <a:extLst>
              <a:ext uri="{FF2B5EF4-FFF2-40B4-BE49-F238E27FC236}">
                <a16:creationId xmlns:a16="http://schemas.microsoft.com/office/drawing/2014/main" id="{D5B16FF6-D3F4-1984-257C-06B1769D2D4E}"/>
              </a:ext>
            </a:extLst>
          </p:cNvPr>
          <p:cNvSpPr>
            <a:spLocks noChangeShapeType="1"/>
          </p:cNvSpPr>
          <p:nvPr/>
        </p:nvSpPr>
        <p:spPr bwMode="auto">
          <a:xfrm>
            <a:off x="2657475" y="4533900"/>
            <a:ext cx="0" cy="295275"/>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52" name="Line 76">
            <a:extLst>
              <a:ext uri="{FF2B5EF4-FFF2-40B4-BE49-F238E27FC236}">
                <a16:creationId xmlns:a16="http://schemas.microsoft.com/office/drawing/2014/main" id="{E1E05AD1-1DC7-066D-71E1-7462C7EFD0A1}"/>
              </a:ext>
            </a:extLst>
          </p:cNvPr>
          <p:cNvSpPr>
            <a:spLocks noChangeShapeType="1"/>
          </p:cNvSpPr>
          <p:nvPr/>
        </p:nvSpPr>
        <p:spPr bwMode="auto">
          <a:xfrm>
            <a:off x="5381625" y="4543425"/>
            <a:ext cx="0" cy="323850"/>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15283C0-8369-F763-4678-9AB085A9805F}"/>
              </a:ext>
            </a:extLst>
          </p:cNvPr>
          <p:cNvSpPr>
            <a:spLocks noGrp="1" noChangeArrowheads="1"/>
          </p:cNvSpPr>
          <p:nvPr>
            <p:ph type="title" idx="4294967295"/>
          </p:nvPr>
        </p:nvSpPr>
        <p:spPr>
          <a:xfrm>
            <a:off x="914400" y="914400"/>
            <a:ext cx="7772400" cy="685800"/>
          </a:xfrm>
        </p:spPr>
        <p:txBody>
          <a:bodyPr anchor="ctr"/>
          <a:lstStyle/>
          <a:p>
            <a:pPr eaLnBrk="1" hangingPunct="1"/>
            <a:r>
              <a:rPr lang="en-US" altLang="en-US" sz="4000"/>
              <a:t>Components of Instructions</a:t>
            </a:r>
          </a:p>
        </p:txBody>
      </p:sp>
      <p:sp>
        <p:nvSpPr>
          <p:cNvPr id="18435" name="Rectangle 3">
            <a:extLst>
              <a:ext uri="{FF2B5EF4-FFF2-40B4-BE49-F238E27FC236}">
                <a16:creationId xmlns:a16="http://schemas.microsoft.com/office/drawing/2014/main" id="{B6D1BFC8-00C6-13D7-BDB5-37410EBE5BDA}"/>
              </a:ext>
            </a:extLst>
          </p:cNvPr>
          <p:cNvSpPr>
            <a:spLocks noGrp="1" noChangeArrowheads="1"/>
          </p:cNvSpPr>
          <p:nvPr>
            <p:ph type="body" idx="4294967295"/>
          </p:nvPr>
        </p:nvSpPr>
        <p:spPr>
          <a:xfrm>
            <a:off x="228600" y="2057400"/>
            <a:ext cx="8153400" cy="4343400"/>
          </a:xfrm>
        </p:spPr>
        <p:txBody>
          <a:bodyPr/>
          <a:lstStyle/>
          <a:p>
            <a:pPr eaLnBrk="1" hangingPunct="1">
              <a:lnSpc>
                <a:spcPct val="80000"/>
              </a:lnSpc>
            </a:pPr>
            <a:r>
              <a:rPr lang="en-US" altLang="en-US" sz="2800"/>
              <a:t>Operations (opcodes)</a:t>
            </a:r>
          </a:p>
          <a:p>
            <a:pPr eaLnBrk="1" hangingPunct="1">
              <a:lnSpc>
                <a:spcPct val="80000"/>
              </a:lnSpc>
            </a:pPr>
            <a:r>
              <a:rPr lang="en-US" altLang="en-US" sz="2800"/>
              <a:t>Number of operands (Number of data locations)</a:t>
            </a:r>
          </a:p>
          <a:p>
            <a:pPr eaLnBrk="1" hangingPunct="1">
              <a:lnSpc>
                <a:spcPct val="80000"/>
              </a:lnSpc>
              <a:buFont typeface="Wingdings" panose="05000000000000000000" pitchFamily="2" charset="2"/>
              <a:buNone/>
            </a:pPr>
            <a:endParaRPr lang="en-US" altLang="en-US" sz="2800"/>
          </a:p>
          <a:p>
            <a:pPr eaLnBrk="1" hangingPunct="1">
              <a:lnSpc>
                <a:spcPct val="80000"/>
              </a:lnSpc>
              <a:buFont typeface="Wingdings" panose="05000000000000000000" pitchFamily="2" charset="2"/>
              <a:buNone/>
            </a:pPr>
            <a:r>
              <a:rPr lang="en-US" altLang="en-US" sz="2800"/>
              <a:t>opcode:add value in src1 to </a:t>
            </a:r>
          </a:p>
          <a:p>
            <a:pPr eaLnBrk="1" hangingPunct="1">
              <a:lnSpc>
                <a:spcPct val="80000"/>
              </a:lnSpc>
              <a:buFont typeface="Wingdings" panose="05000000000000000000" pitchFamily="2" charset="2"/>
              <a:buNone/>
            </a:pPr>
            <a:r>
              <a:rPr lang="en-US" altLang="en-US" sz="2800"/>
              <a:t>value in src2 and place the </a:t>
            </a:r>
          </a:p>
          <a:p>
            <a:pPr eaLnBrk="1" hangingPunct="1">
              <a:lnSpc>
                <a:spcPct val="80000"/>
              </a:lnSpc>
              <a:buFont typeface="Wingdings" panose="05000000000000000000" pitchFamily="2" charset="2"/>
              <a:buNone/>
            </a:pPr>
            <a:r>
              <a:rPr lang="en-US" altLang="en-US" sz="2800"/>
              <a:t>result in dst.</a:t>
            </a:r>
          </a:p>
          <a:p>
            <a:pPr eaLnBrk="1" hangingPunct="1">
              <a:lnSpc>
                <a:spcPct val="80000"/>
              </a:lnSpc>
            </a:pPr>
            <a:endParaRPr lang="en-US" altLang="en-US" sz="2800"/>
          </a:p>
          <a:p>
            <a:pPr eaLnBrk="1" hangingPunct="1">
              <a:lnSpc>
                <a:spcPct val="80000"/>
              </a:lnSpc>
              <a:buFont typeface="Wingdings" panose="05000000000000000000" pitchFamily="2" charset="2"/>
              <a:buNone/>
            </a:pPr>
            <a:r>
              <a:rPr lang="en-US" altLang="en-US" sz="2800"/>
              <a:t>					</a:t>
            </a:r>
            <a:r>
              <a:rPr lang="en-US" altLang="en-US" sz="1800">
                <a:latin typeface="Helvetica" panose="020B0604020202020204" pitchFamily="34" charset="0"/>
                <a:sym typeface="Symbol" panose="05050102010706020507" pitchFamily="18" charset="2"/>
              </a:rPr>
              <a:t>ADD R1, R2, R3	        R1 </a:t>
            </a:r>
            <a:r>
              <a:rPr lang="en-US" altLang="en-US" sz="1800">
                <a:latin typeface="Helvetica" panose="020B0604020202020204" pitchFamily="34" charset="0"/>
                <a:sym typeface="Wingdings" panose="05000000000000000000" pitchFamily="2" charset="2"/>
              </a:rPr>
              <a:t></a:t>
            </a:r>
            <a:r>
              <a:rPr lang="en-US" altLang="en-US" sz="1800">
                <a:latin typeface="Helvetica" panose="020B0604020202020204" pitchFamily="34" charset="0"/>
                <a:sym typeface="Symbol" panose="05050102010706020507" pitchFamily="18" charset="2"/>
              </a:rPr>
              <a:t> R2 + R3</a:t>
            </a:r>
          </a:p>
          <a:p>
            <a:pPr eaLnBrk="1" hangingPunct="1">
              <a:lnSpc>
                <a:spcPct val="80000"/>
              </a:lnSpc>
              <a:buFont typeface="Wingdings" panose="05000000000000000000" pitchFamily="2" charset="2"/>
              <a:buNone/>
            </a:pPr>
            <a:endParaRPr lang="en-US" altLang="en-US" sz="1800"/>
          </a:p>
          <a:p>
            <a:pPr eaLnBrk="1" hangingPunct="1">
              <a:lnSpc>
                <a:spcPct val="80000"/>
              </a:lnSpc>
            </a:pPr>
            <a:r>
              <a:rPr lang="en-US" altLang="en-US" sz="2800"/>
              <a:t>Instruction encodings</a:t>
            </a:r>
          </a:p>
          <a:p>
            <a:pPr eaLnBrk="1" hangingPunct="1">
              <a:lnSpc>
                <a:spcPct val="80000"/>
              </a:lnSpc>
              <a:buFont typeface="Wingdings" panose="05000000000000000000" pitchFamily="2" charset="2"/>
              <a:buNone/>
            </a:pPr>
            <a:endParaRPr lang="en-US" altLang="en-US" sz="2800"/>
          </a:p>
        </p:txBody>
      </p:sp>
      <p:sp>
        <p:nvSpPr>
          <p:cNvPr id="18436" name="Text Box 4">
            <a:extLst>
              <a:ext uri="{FF2B5EF4-FFF2-40B4-BE49-F238E27FC236}">
                <a16:creationId xmlns:a16="http://schemas.microsoft.com/office/drawing/2014/main" id="{55964B8F-52EB-ADEE-E6CE-11E61E4B6B84}"/>
              </a:ext>
            </a:extLst>
          </p:cNvPr>
          <p:cNvSpPr txBox="1">
            <a:spLocks noChangeArrowheads="1"/>
          </p:cNvSpPr>
          <p:nvPr/>
        </p:nvSpPr>
        <p:spPr bwMode="auto">
          <a:xfrm>
            <a:off x="5953125" y="3792538"/>
            <a:ext cx="176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en-US" altLang="en-US" sz="2400">
                <a:latin typeface="Courier" charset="0"/>
              </a:rPr>
              <a:t>add r1,r2,r3</a:t>
            </a:r>
            <a:endParaRPr lang="en-US" altLang="en-US" sz="2400">
              <a:latin typeface="Times" panose="02020603050405020304" pitchFamily="18" charset="0"/>
            </a:endParaRPr>
          </a:p>
        </p:txBody>
      </p:sp>
      <p:grpSp>
        <p:nvGrpSpPr>
          <p:cNvPr id="18437" name="Group 5">
            <a:extLst>
              <a:ext uri="{FF2B5EF4-FFF2-40B4-BE49-F238E27FC236}">
                <a16:creationId xmlns:a16="http://schemas.microsoft.com/office/drawing/2014/main" id="{410ADB13-09C9-382C-02E5-C9D9F0DD021B}"/>
              </a:ext>
            </a:extLst>
          </p:cNvPr>
          <p:cNvGrpSpPr>
            <a:grpSpLocks/>
          </p:cNvGrpSpPr>
          <p:nvPr/>
        </p:nvGrpSpPr>
        <p:grpSpPr bwMode="auto">
          <a:xfrm>
            <a:off x="5549900" y="4749800"/>
            <a:ext cx="2679700" cy="366713"/>
            <a:chOff x="2992" y="2424"/>
            <a:chExt cx="1688" cy="231"/>
          </a:xfrm>
        </p:grpSpPr>
        <p:sp>
          <p:nvSpPr>
            <p:cNvPr id="18442" name="Rectangle 6">
              <a:extLst>
                <a:ext uri="{FF2B5EF4-FFF2-40B4-BE49-F238E27FC236}">
                  <a16:creationId xmlns:a16="http://schemas.microsoft.com/office/drawing/2014/main" id="{EDFBEB41-2763-E4F1-240D-5FF8564ED69B}"/>
                </a:ext>
              </a:extLst>
            </p:cNvPr>
            <p:cNvSpPr>
              <a:spLocks noChangeArrowheads="1"/>
            </p:cNvSpPr>
            <p:nvPr/>
          </p:nvSpPr>
          <p:spPr bwMode="auto">
            <a:xfrm>
              <a:off x="2992" y="2432"/>
              <a:ext cx="1688" cy="216"/>
            </a:xfrm>
            <a:prstGeom prst="rect">
              <a:avLst/>
            </a:prstGeom>
            <a:solidFill>
              <a:srgbClr val="FFBBC6"/>
            </a:solidFill>
            <a:ln w="1270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8443" name="Text Box 7">
              <a:extLst>
                <a:ext uri="{FF2B5EF4-FFF2-40B4-BE49-F238E27FC236}">
                  <a16:creationId xmlns:a16="http://schemas.microsoft.com/office/drawing/2014/main" id="{616D420C-2AC0-A62E-4811-8A1E2E759C24}"/>
                </a:ext>
              </a:extLst>
            </p:cNvPr>
            <p:cNvSpPr txBox="1">
              <a:spLocks noChangeArrowheads="1"/>
            </p:cNvSpPr>
            <p:nvPr/>
          </p:nvSpPr>
          <p:spPr bwMode="auto">
            <a:xfrm>
              <a:off x="4054" y="2424"/>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en-US" altLang="en-US" sz="1800">
                  <a:latin typeface="Times" panose="02020603050405020304" pitchFamily="18" charset="0"/>
                </a:rPr>
                <a:t>src2</a:t>
              </a:r>
            </a:p>
          </p:txBody>
        </p:sp>
        <p:sp>
          <p:nvSpPr>
            <p:cNvPr id="18444" name="Text Box 8">
              <a:extLst>
                <a:ext uri="{FF2B5EF4-FFF2-40B4-BE49-F238E27FC236}">
                  <a16:creationId xmlns:a16="http://schemas.microsoft.com/office/drawing/2014/main" id="{3EC15793-FAC5-D731-D531-1B6D3F0D6530}"/>
                </a:ext>
              </a:extLst>
            </p:cNvPr>
            <p:cNvSpPr txBox="1">
              <a:spLocks noChangeArrowheads="1"/>
            </p:cNvSpPr>
            <p:nvPr/>
          </p:nvSpPr>
          <p:spPr bwMode="auto">
            <a:xfrm>
              <a:off x="4374" y="2424"/>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en-US" altLang="en-US" sz="1800">
                  <a:latin typeface="Times" panose="02020603050405020304" pitchFamily="18" charset="0"/>
                </a:rPr>
                <a:t>dst</a:t>
              </a:r>
            </a:p>
          </p:txBody>
        </p:sp>
        <p:sp>
          <p:nvSpPr>
            <p:cNvPr id="18445" name="Text Box 9">
              <a:extLst>
                <a:ext uri="{FF2B5EF4-FFF2-40B4-BE49-F238E27FC236}">
                  <a16:creationId xmlns:a16="http://schemas.microsoft.com/office/drawing/2014/main" id="{13AD27A2-A583-0E9E-F36D-98EE6EDF2788}"/>
                </a:ext>
              </a:extLst>
            </p:cNvPr>
            <p:cNvSpPr txBox="1">
              <a:spLocks noChangeArrowheads="1"/>
            </p:cNvSpPr>
            <p:nvPr/>
          </p:nvSpPr>
          <p:spPr bwMode="auto">
            <a:xfrm>
              <a:off x="3022" y="2424"/>
              <a:ext cx="5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en-US" altLang="en-US" sz="1800">
                  <a:latin typeface="Times" panose="02020603050405020304" pitchFamily="18" charset="0"/>
                </a:rPr>
                <a:t>opcode</a:t>
              </a:r>
            </a:p>
          </p:txBody>
        </p:sp>
        <p:sp>
          <p:nvSpPr>
            <p:cNvPr id="18446" name="Text Box 10">
              <a:extLst>
                <a:ext uri="{FF2B5EF4-FFF2-40B4-BE49-F238E27FC236}">
                  <a16:creationId xmlns:a16="http://schemas.microsoft.com/office/drawing/2014/main" id="{4DA86CD1-B72C-0B32-8DCC-6569D7D8E09B}"/>
                </a:ext>
              </a:extLst>
            </p:cNvPr>
            <p:cNvSpPr txBox="1">
              <a:spLocks noChangeArrowheads="1"/>
            </p:cNvSpPr>
            <p:nvPr/>
          </p:nvSpPr>
          <p:spPr bwMode="auto">
            <a:xfrm>
              <a:off x="3750" y="2424"/>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en-US" altLang="en-US" sz="1800">
                  <a:latin typeface="Times" panose="02020603050405020304" pitchFamily="18" charset="0"/>
                </a:rPr>
                <a:t>src1</a:t>
              </a:r>
            </a:p>
          </p:txBody>
        </p:sp>
        <p:sp>
          <p:nvSpPr>
            <p:cNvPr id="18447" name="Line 11">
              <a:extLst>
                <a:ext uri="{FF2B5EF4-FFF2-40B4-BE49-F238E27FC236}">
                  <a16:creationId xmlns:a16="http://schemas.microsoft.com/office/drawing/2014/main" id="{EC081DAA-8CF9-CE9A-603F-D462E078430C}"/>
                </a:ext>
              </a:extLst>
            </p:cNvPr>
            <p:cNvSpPr>
              <a:spLocks noChangeShapeType="1"/>
            </p:cNvSpPr>
            <p:nvPr/>
          </p:nvSpPr>
          <p:spPr bwMode="auto">
            <a:xfrm>
              <a:off x="3636" y="2433"/>
              <a:ext cx="0" cy="2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8" name="Line 12">
              <a:extLst>
                <a:ext uri="{FF2B5EF4-FFF2-40B4-BE49-F238E27FC236}">
                  <a16:creationId xmlns:a16="http://schemas.microsoft.com/office/drawing/2014/main" id="{1317F9C1-00B5-7884-D0AE-76A0A3F95B5F}"/>
                </a:ext>
              </a:extLst>
            </p:cNvPr>
            <p:cNvSpPr>
              <a:spLocks noChangeShapeType="1"/>
            </p:cNvSpPr>
            <p:nvPr/>
          </p:nvSpPr>
          <p:spPr bwMode="auto">
            <a:xfrm>
              <a:off x="4386" y="2439"/>
              <a:ext cx="0" cy="2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9" name="Line 13">
              <a:extLst>
                <a:ext uri="{FF2B5EF4-FFF2-40B4-BE49-F238E27FC236}">
                  <a16:creationId xmlns:a16="http://schemas.microsoft.com/office/drawing/2014/main" id="{BF337BE2-675D-93E6-1B50-FB05BF7C96A9}"/>
                </a:ext>
              </a:extLst>
            </p:cNvPr>
            <p:cNvSpPr>
              <a:spLocks noChangeShapeType="1"/>
            </p:cNvSpPr>
            <p:nvPr/>
          </p:nvSpPr>
          <p:spPr bwMode="auto">
            <a:xfrm>
              <a:off x="4077" y="2430"/>
              <a:ext cx="0" cy="2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8438" name="Line 14">
            <a:extLst>
              <a:ext uri="{FF2B5EF4-FFF2-40B4-BE49-F238E27FC236}">
                <a16:creationId xmlns:a16="http://schemas.microsoft.com/office/drawing/2014/main" id="{2AEF9BFB-ABF1-4B8E-F1E4-D3ADF73CB4B0}"/>
              </a:ext>
            </a:extLst>
          </p:cNvPr>
          <p:cNvSpPr>
            <a:spLocks noChangeShapeType="1"/>
          </p:cNvSpPr>
          <p:nvPr/>
        </p:nvSpPr>
        <p:spPr bwMode="auto">
          <a:xfrm flipH="1">
            <a:off x="6134100" y="4178300"/>
            <a:ext cx="114300" cy="5461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39" name="Line 15">
            <a:extLst>
              <a:ext uri="{FF2B5EF4-FFF2-40B4-BE49-F238E27FC236}">
                <a16:creationId xmlns:a16="http://schemas.microsoft.com/office/drawing/2014/main" id="{ED0D79D9-7AB2-376F-FA98-5C3975195EC4}"/>
              </a:ext>
            </a:extLst>
          </p:cNvPr>
          <p:cNvSpPr>
            <a:spLocks noChangeShapeType="1"/>
          </p:cNvSpPr>
          <p:nvPr/>
        </p:nvSpPr>
        <p:spPr bwMode="auto">
          <a:xfrm flipH="1">
            <a:off x="6959600" y="4152900"/>
            <a:ext cx="177800" cy="5334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40" name="Line 16">
            <a:extLst>
              <a:ext uri="{FF2B5EF4-FFF2-40B4-BE49-F238E27FC236}">
                <a16:creationId xmlns:a16="http://schemas.microsoft.com/office/drawing/2014/main" id="{5113A92E-9AB0-E3B0-C52E-43880097F558}"/>
              </a:ext>
            </a:extLst>
          </p:cNvPr>
          <p:cNvSpPr>
            <a:spLocks noChangeShapeType="1"/>
          </p:cNvSpPr>
          <p:nvPr/>
        </p:nvSpPr>
        <p:spPr bwMode="auto">
          <a:xfrm flipH="1">
            <a:off x="7467600" y="4178300"/>
            <a:ext cx="76200" cy="5207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41" name="Line 17">
            <a:extLst>
              <a:ext uri="{FF2B5EF4-FFF2-40B4-BE49-F238E27FC236}">
                <a16:creationId xmlns:a16="http://schemas.microsoft.com/office/drawing/2014/main" id="{8AA6BF56-0BE8-C565-C0E3-8C85ADA85A13}"/>
              </a:ext>
            </a:extLst>
          </p:cNvPr>
          <p:cNvSpPr>
            <a:spLocks noChangeShapeType="1"/>
          </p:cNvSpPr>
          <p:nvPr/>
        </p:nvSpPr>
        <p:spPr bwMode="auto">
          <a:xfrm>
            <a:off x="6858000" y="4191000"/>
            <a:ext cx="1079500" cy="4953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1D48347-4548-BF64-2422-823AB3CCD3E8}"/>
              </a:ext>
            </a:extLst>
          </p:cNvPr>
          <p:cNvSpPr>
            <a:spLocks noGrp="1" noChangeArrowheads="1"/>
          </p:cNvSpPr>
          <p:nvPr>
            <p:ph type="title" idx="4294967295"/>
          </p:nvPr>
        </p:nvSpPr>
        <p:spPr>
          <a:xfrm>
            <a:off x="1371600" y="838200"/>
            <a:ext cx="7772400" cy="762000"/>
          </a:xfrm>
        </p:spPr>
        <p:txBody>
          <a:bodyPr anchor="ctr"/>
          <a:lstStyle/>
          <a:p>
            <a:pPr eaLnBrk="1" hangingPunct="1"/>
            <a:r>
              <a:rPr lang="en-US" altLang="en-US" sz="4000"/>
              <a:t>Number of Operands per instruction</a:t>
            </a:r>
          </a:p>
        </p:txBody>
      </p:sp>
      <p:sp>
        <p:nvSpPr>
          <p:cNvPr id="19459" name="Rectangle 3">
            <a:extLst>
              <a:ext uri="{FF2B5EF4-FFF2-40B4-BE49-F238E27FC236}">
                <a16:creationId xmlns:a16="http://schemas.microsoft.com/office/drawing/2014/main" id="{754D9C87-4B1D-D656-CFAF-F1253D5A17E7}"/>
              </a:ext>
            </a:extLst>
          </p:cNvPr>
          <p:cNvSpPr>
            <a:spLocks noGrp="1" noChangeArrowheads="1"/>
          </p:cNvSpPr>
          <p:nvPr>
            <p:ph type="body" idx="4294967295"/>
          </p:nvPr>
        </p:nvSpPr>
        <p:spPr>
          <a:xfrm>
            <a:off x="381000" y="2362200"/>
            <a:ext cx="8763000" cy="3962400"/>
          </a:xfrm>
        </p:spPr>
        <p:txBody>
          <a:bodyPr/>
          <a:lstStyle/>
          <a:p>
            <a:pPr eaLnBrk="1" hangingPunct="1"/>
            <a:r>
              <a:rPr lang="en-US" altLang="en-US" sz="2000"/>
              <a:t>No Operands	</a:t>
            </a:r>
            <a:r>
              <a:rPr lang="en-US" altLang="en-US" sz="2000">
                <a:latin typeface="Helvetica" panose="020B0604020202020204" pitchFamily="34" charset="0"/>
              </a:rPr>
              <a:t>HALT	NOP</a:t>
            </a:r>
          </a:p>
          <a:p>
            <a:pPr eaLnBrk="1" hangingPunct="1"/>
            <a:endParaRPr lang="en-US" altLang="en-US" sz="2000"/>
          </a:p>
          <a:p>
            <a:pPr eaLnBrk="1" hangingPunct="1"/>
            <a:r>
              <a:rPr lang="en-US" altLang="en-US" sz="2000"/>
              <a:t>1 operand		</a:t>
            </a:r>
            <a:r>
              <a:rPr lang="en-US" altLang="en-US" sz="2000">
                <a:latin typeface="Helvetica" panose="020B0604020202020204" pitchFamily="34" charset="0"/>
              </a:rPr>
              <a:t>NOT R4		R4 </a:t>
            </a:r>
            <a:r>
              <a:rPr lang="en-US" altLang="en-US" sz="2000">
                <a:latin typeface="Helvetica" panose="020B0604020202020204" pitchFamily="34" charset="0"/>
                <a:sym typeface="Wingdings" panose="05000000000000000000" pitchFamily="2" charset="2"/>
              </a:rPr>
              <a:t></a:t>
            </a:r>
            <a:r>
              <a:rPr lang="en-US" altLang="en-US" sz="2000">
                <a:latin typeface="Helvetica" panose="020B0604020202020204" pitchFamily="34" charset="0"/>
                <a:sym typeface="Symbol" panose="05050102010706020507" pitchFamily="18" charset="2"/>
              </a:rPr>
              <a:t> R4</a:t>
            </a:r>
            <a:br>
              <a:rPr lang="en-US" altLang="en-US" sz="2000">
                <a:latin typeface="Helvetica" panose="020B0604020202020204" pitchFamily="34" charset="0"/>
                <a:sym typeface="Symbol" panose="05050102010706020507" pitchFamily="18" charset="2"/>
              </a:rPr>
            </a:br>
            <a:r>
              <a:rPr lang="en-US" altLang="en-US" sz="2000">
                <a:latin typeface="Helvetica" panose="020B0604020202020204" pitchFamily="34" charset="0"/>
                <a:sym typeface="Symbol" panose="05050102010706020507" pitchFamily="18" charset="2"/>
              </a:rPr>
              <a:t>			 </a:t>
            </a:r>
            <a:endParaRPr lang="en-US" altLang="en-US" sz="2000">
              <a:sym typeface="Symbol" panose="05050102010706020507" pitchFamily="18" charset="2"/>
            </a:endParaRPr>
          </a:p>
          <a:p>
            <a:pPr eaLnBrk="1" hangingPunct="1"/>
            <a:r>
              <a:rPr lang="en-US" altLang="en-US" sz="2000">
                <a:sym typeface="Symbol" panose="05050102010706020507" pitchFamily="18" charset="2"/>
              </a:rPr>
              <a:t>2 operands		</a:t>
            </a:r>
            <a:r>
              <a:rPr lang="en-US" altLang="en-US" sz="2000">
                <a:latin typeface="Helvetica" panose="020B0604020202020204" pitchFamily="34" charset="0"/>
                <a:sym typeface="Symbol" panose="05050102010706020507" pitchFamily="18" charset="2"/>
              </a:rPr>
              <a:t>ADD R1, R2		R1 </a:t>
            </a:r>
            <a:r>
              <a:rPr lang="en-US" altLang="en-US" sz="2000">
                <a:latin typeface="Helvetica" panose="020B0604020202020204" pitchFamily="34" charset="0"/>
                <a:sym typeface="Wingdings" panose="05000000000000000000" pitchFamily="2" charset="2"/>
              </a:rPr>
              <a:t></a:t>
            </a:r>
            <a:r>
              <a:rPr lang="en-US" altLang="en-US" sz="2000">
                <a:latin typeface="Helvetica" panose="020B0604020202020204" pitchFamily="34" charset="0"/>
                <a:sym typeface="Symbol" panose="05050102010706020507" pitchFamily="18" charset="2"/>
              </a:rPr>
              <a:t> R1 + R2</a:t>
            </a:r>
            <a:br>
              <a:rPr lang="en-US" altLang="en-US" sz="2000">
                <a:latin typeface="Helvetica" panose="020B0604020202020204" pitchFamily="34" charset="0"/>
                <a:sym typeface="Symbol" panose="05050102010706020507" pitchFamily="18" charset="2"/>
              </a:rPr>
            </a:br>
            <a:r>
              <a:rPr lang="en-US" altLang="en-US" sz="2000">
                <a:latin typeface="Helvetica" panose="020B0604020202020204" pitchFamily="34" charset="0"/>
                <a:sym typeface="Symbol" panose="05050102010706020507" pitchFamily="18" charset="2"/>
              </a:rPr>
              <a:t>			 </a:t>
            </a:r>
            <a:endParaRPr lang="en-US" altLang="en-US" sz="2000">
              <a:sym typeface="Symbol" panose="05050102010706020507" pitchFamily="18" charset="2"/>
            </a:endParaRPr>
          </a:p>
          <a:p>
            <a:pPr eaLnBrk="1" hangingPunct="1"/>
            <a:r>
              <a:rPr lang="en-US" altLang="en-US" sz="2000">
                <a:sym typeface="Symbol" panose="05050102010706020507" pitchFamily="18" charset="2"/>
              </a:rPr>
              <a:t>3 operands		</a:t>
            </a:r>
            <a:r>
              <a:rPr lang="en-US" altLang="en-US" sz="2000">
                <a:latin typeface="Helvetica" panose="020B0604020202020204" pitchFamily="34" charset="0"/>
                <a:sym typeface="Symbol" panose="05050102010706020507" pitchFamily="18" charset="2"/>
              </a:rPr>
              <a:t>ADD R1, R2, R3	R1 </a:t>
            </a:r>
            <a:r>
              <a:rPr lang="en-US" altLang="en-US" sz="2000">
                <a:latin typeface="Helvetica" panose="020B0604020202020204" pitchFamily="34" charset="0"/>
                <a:sym typeface="Wingdings" panose="05000000000000000000" pitchFamily="2" charset="2"/>
              </a:rPr>
              <a:t></a:t>
            </a:r>
            <a:r>
              <a:rPr lang="en-US" altLang="en-US" sz="2000">
                <a:latin typeface="Helvetica" panose="020B0604020202020204" pitchFamily="34" charset="0"/>
                <a:sym typeface="Symbol" panose="05050102010706020507" pitchFamily="18" charset="2"/>
              </a:rPr>
              <a:t> R2 + R3</a:t>
            </a:r>
          </a:p>
          <a:p>
            <a:pPr eaLnBrk="1" hangingPunct="1">
              <a:buFont typeface="Wingdings" panose="05000000000000000000" pitchFamily="2" charset="2"/>
              <a:buNone/>
            </a:pPr>
            <a:endParaRPr lang="en-US" altLang="en-US" sz="2000">
              <a:latin typeface="Helvetica" panose="020B0604020202020204" pitchFamily="34" charset="0"/>
              <a:sym typeface="Symbol" panose="05050102010706020507" pitchFamily="18" charset="2"/>
            </a:endParaRPr>
          </a:p>
          <a:p>
            <a:pPr eaLnBrk="1" hangingPunct="1"/>
            <a:r>
              <a:rPr lang="en-US" altLang="en-US" sz="2000">
                <a:sym typeface="Symbol" panose="05050102010706020507" pitchFamily="18" charset="2"/>
              </a:rPr>
              <a:t>&gt; 3 operands</a:t>
            </a:r>
            <a:r>
              <a:rPr lang="en-US" altLang="en-US" sz="2000">
                <a:latin typeface="Helvetica" panose="020B0604020202020204" pitchFamily="34" charset="0"/>
                <a:sym typeface="Symbol" panose="05050102010706020507" pitchFamily="18" charset="2"/>
              </a:rPr>
              <a:t>	MADD R4,R1,R2,R3	R4 </a:t>
            </a:r>
            <a:r>
              <a:rPr lang="en-US" altLang="en-US" sz="2000">
                <a:latin typeface="Helvetica" panose="020B0604020202020204" pitchFamily="34" charset="0"/>
                <a:sym typeface="Wingdings" panose="05000000000000000000" pitchFamily="2" charset="2"/>
              </a:rPr>
              <a:t></a:t>
            </a:r>
            <a:r>
              <a:rPr lang="en-US" altLang="en-US" sz="2000">
                <a:latin typeface="Helvetica" panose="020B0604020202020204" pitchFamily="34" charset="0"/>
                <a:sym typeface="Symbol" panose="05050102010706020507" pitchFamily="18" charset="2"/>
              </a:rPr>
              <a:t> R1+(R2*R3)</a:t>
            </a:r>
          </a:p>
          <a:p>
            <a:pPr eaLnBrk="1" hangingPunct="1"/>
            <a:endParaRPr lang="en-US" altLang="en-US" sz="2000">
              <a:latin typeface="Helvetica" panose="020B0604020202020204" pitchFamily="34" charset="0"/>
              <a:sym typeface="Symbol" panose="05050102010706020507" pitchFamily="18" charset="2"/>
            </a:endParaRPr>
          </a:p>
          <a:p>
            <a:pPr eaLnBrk="1" hangingPunct="1"/>
            <a:r>
              <a:rPr lang="en-US" altLang="en-US" sz="2000">
                <a:latin typeface="Helvetica" panose="020B0604020202020204" pitchFamily="34" charset="0"/>
                <a:sym typeface="Symbol" panose="05050102010706020507" pitchFamily="18" charset="2"/>
              </a:rPr>
              <a:t>Each specify one operation and 1,2, 3 or 4 data locations.</a:t>
            </a:r>
          </a:p>
        </p:txBody>
      </p:sp>
      <p:sp>
        <p:nvSpPr>
          <p:cNvPr id="19460" name="Line 4">
            <a:extLst>
              <a:ext uri="{FF2B5EF4-FFF2-40B4-BE49-F238E27FC236}">
                <a16:creationId xmlns:a16="http://schemas.microsoft.com/office/drawing/2014/main" id="{A7A826DD-34CD-4849-BE52-3CB9403C398B}"/>
              </a:ext>
            </a:extLst>
          </p:cNvPr>
          <p:cNvSpPr>
            <a:spLocks noChangeShapeType="1"/>
          </p:cNvSpPr>
          <p:nvPr/>
        </p:nvSpPr>
        <p:spPr bwMode="auto">
          <a:xfrm>
            <a:off x="6477000" y="19050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0E3CC845-6A67-59CE-FF40-61BC4E94E5F0}"/>
              </a:ext>
            </a:extLst>
          </p:cNvPr>
          <p:cNvSpPr>
            <a:spLocks noGrp="1" noChangeArrowheads="1"/>
          </p:cNvSpPr>
          <p:nvPr>
            <p:ph type="title" idx="4294967295"/>
          </p:nvPr>
        </p:nvSpPr>
        <p:spPr>
          <a:xfrm>
            <a:off x="685800" y="457200"/>
            <a:ext cx="8686800" cy="1143000"/>
          </a:xfrm>
        </p:spPr>
        <p:txBody>
          <a:bodyPr anchor="ctr"/>
          <a:lstStyle/>
          <a:p>
            <a:pPr eaLnBrk="1" hangingPunct="1"/>
            <a:r>
              <a:rPr lang="en-US" altLang="en-US" sz="3600"/>
              <a:t>Instructions are read from memory as words</a:t>
            </a:r>
          </a:p>
        </p:txBody>
      </p:sp>
      <p:sp>
        <p:nvSpPr>
          <p:cNvPr id="25603" name="Rectangle 3">
            <a:extLst>
              <a:ext uri="{FF2B5EF4-FFF2-40B4-BE49-F238E27FC236}">
                <a16:creationId xmlns:a16="http://schemas.microsoft.com/office/drawing/2014/main" id="{81A4011B-7F0A-95D3-014C-497C429DC1BF}"/>
              </a:ext>
            </a:extLst>
          </p:cNvPr>
          <p:cNvSpPr>
            <a:spLocks noGrp="1" noChangeArrowheads="1"/>
          </p:cNvSpPr>
          <p:nvPr>
            <p:ph type="body" idx="4294967295"/>
          </p:nvPr>
        </p:nvSpPr>
        <p:spPr>
          <a:xfrm>
            <a:off x="304800" y="2286000"/>
            <a:ext cx="8458200" cy="4114800"/>
          </a:xfrm>
        </p:spPr>
        <p:txBody>
          <a:bodyPr/>
          <a:lstStyle/>
          <a:p>
            <a:pPr eaLnBrk="1" hangingPunct="1">
              <a:lnSpc>
                <a:spcPct val="90000"/>
              </a:lnSpc>
              <a:defRPr/>
            </a:pPr>
            <a:r>
              <a:rPr lang="en-US" sz="2800" dirty="0"/>
              <a:t>Instructions can be formatted to fit in one or more memory words.</a:t>
            </a:r>
          </a:p>
          <a:p>
            <a:pPr eaLnBrk="1" hangingPunct="1">
              <a:lnSpc>
                <a:spcPct val="90000"/>
              </a:lnSpc>
              <a:defRPr/>
            </a:pPr>
            <a:r>
              <a:rPr lang="en-US" sz="2800" dirty="0"/>
              <a:t>An instruction may contain</a:t>
            </a:r>
          </a:p>
          <a:p>
            <a:pPr lvl="1" eaLnBrk="1" hangingPunct="1">
              <a:lnSpc>
                <a:spcPct val="90000"/>
              </a:lnSpc>
              <a:defRPr/>
            </a:pPr>
            <a:r>
              <a:rPr lang="en-US" sz="2400" dirty="0"/>
              <a:t>An </a:t>
            </a:r>
            <a:r>
              <a:rPr lang="en-US" sz="2400" dirty="0" err="1"/>
              <a:t>opcode</a:t>
            </a:r>
            <a:r>
              <a:rPr lang="en-US" sz="2400" dirty="0"/>
              <a:t> + data (immediate operand)</a:t>
            </a:r>
          </a:p>
          <a:p>
            <a:pPr lvl="1" eaLnBrk="1" hangingPunct="1">
              <a:lnSpc>
                <a:spcPct val="90000"/>
              </a:lnSpc>
              <a:defRPr/>
            </a:pPr>
            <a:r>
              <a:rPr lang="en-US" sz="2400" dirty="0"/>
              <a:t>An </a:t>
            </a:r>
            <a:r>
              <a:rPr lang="en-US" sz="2400" dirty="0" err="1"/>
              <a:t>opcode</a:t>
            </a:r>
            <a:r>
              <a:rPr lang="en-US" sz="2400" dirty="0"/>
              <a:t> + the address of data (direct addressing)</a:t>
            </a:r>
          </a:p>
          <a:p>
            <a:pPr lvl="1" eaLnBrk="1" hangingPunct="1">
              <a:lnSpc>
                <a:spcPct val="90000"/>
              </a:lnSpc>
              <a:defRPr/>
            </a:pPr>
            <a:r>
              <a:rPr lang="en-US" sz="2400" dirty="0"/>
              <a:t>An </a:t>
            </a:r>
            <a:r>
              <a:rPr lang="en-US" sz="2400" dirty="0" err="1"/>
              <a:t>opcode</a:t>
            </a:r>
            <a:r>
              <a:rPr lang="en-US" sz="2400" dirty="0"/>
              <a:t> + an address where the address of the data is found (indirect addressing)</a:t>
            </a:r>
          </a:p>
          <a:p>
            <a:pPr lvl="1" eaLnBrk="1" hangingPunct="1">
              <a:lnSpc>
                <a:spcPct val="90000"/>
              </a:lnSpc>
              <a:defRPr/>
            </a:pPr>
            <a:r>
              <a:rPr lang="en-US" sz="2400" dirty="0">
                <a:solidFill>
                  <a:schemeClr val="accent4"/>
                </a:solidFill>
              </a:rPr>
              <a:t>Data only (location has no instructions)</a:t>
            </a:r>
          </a:p>
          <a:p>
            <a:pPr lvl="1" eaLnBrk="1" hangingPunct="1">
              <a:lnSpc>
                <a:spcPct val="90000"/>
              </a:lnSpc>
              <a:defRPr/>
            </a:pPr>
            <a:r>
              <a:rPr lang="en-US" sz="2400" dirty="0"/>
              <a:t>An </a:t>
            </a:r>
            <a:r>
              <a:rPr lang="en-US" sz="2400" dirty="0" err="1"/>
              <a:t>opcode</a:t>
            </a:r>
            <a:r>
              <a:rPr lang="en-US" sz="2400" dirty="0"/>
              <a:t> only (register-reference or input/output instruction)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a:extLst>
              <a:ext uri="{FF2B5EF4-FFF2-40B4-BE49-F238E27FC236}">
                <a16:creationId xmlns:a16="http://schemas.microsoft.com/office/drawing/2014/main" id="{627B3B79-527C-F0D0-E8FA-0492C4022CF4}"/>
              </a:ext>
            </a:extLst>
          </p:cNvPr>
          <p:cNvSpPr txBox="1">
            <a:spLocks noChangeArrowheads="1"/>
          </p:cNvSpPr>
          <p:nvPr/>
        </p:nvSpPr>
        <p:spPr bwMode="auto">
          <a:xfrm>
            <a:off x="5943600" y="990600"/>
            <a:ext cx="160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000">
                <a:latin typeface="Times New Roman" panose="02020603050405020304" pitchFamily="18" charset="0"/>
              </a:rPr>
              <a:t>1. Memory</a:t>
            </a:r>
          </a:p>
        </p:txBody>
      </p:sp>
      <p:sp>
        <p:nvSpPr>
          <p:cNvPr id="58371" name="Text Box 3">
            <a:extLst>
              <a:ext uri="{FF2B5EF4-FFF2-40B4-BE49-F238E27FC236}">
                <a16:creationId xmlns:a16="http://schemas.microsoft.com/office/drawing/2014/main" id="{22C6E4BC-7ED1-1D30-ED30-AAE73D65E6DA}"/>
              </a:ext>
            </a:extLst>
          </p:cNvPr>
          <p:cNvSpPr txBox="1">
            <a:spLocks noChangeArrowheads="1"/>
          </p:cNvSpPr>
          <p:nvPr/>
        </p:nvSpPr>
        <p:spPr bwMode="auto">
          <a:xfrm>
            <a:off x="228600" y="2895600"/>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FontTx/>
              <a:buNone/>
            </a:pPr>
            <a:r>
              <a:rPr lang="en-US" altLang="en-US" sz="2400">
                <a:latin typeface="Times New Roman" panose="02020603050405020304" pitchFamily="18" charset="0"/>
              </a:rPr>
              <a:t>2. Program Counter</a:t>
            </a:r>
          </a:p>
        </p:txBody>
      </p:sp>
      <p:sp>
        <p:nvSpPr>
          <p:cNvPr id="23556" name="Text Box 4">
            <a:extLst>
              <a:ext uri="{FF2B5EF4-FFF2-40B4-BE49-F238E27FC236}">
                <a16:creationId xmlns:a16="http://schemas.microsoft.com/office/drawing/2014/main" id="{3C47EDF5-0E9C-0620-9615-2E329E04302A}"/>
              </a:ext>
            </a:extLst>
          </p:cNvPr>
          <p:cNvSpPr txBox="1">
            <a:spLocks noChangeArrowheads="1"/>
          </p:cNvSpPr>
          <p:nvPr/>
        </p:nvSpPr>
        <p:spPr bwMode="auto">
          <a:xfrm>
            <a:off x="228600" y="838200"/>
            <a:ext cx="44196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000">
                <a:latin typeface="Times New Roman" panose="02020603050405020304" pitchFamily="18" charset="0"/>
              </a:rPr>
              <a:t>The basic  computer instructions are stored in the memory</a:t>
            </a:r>
          </a:p>
          <a:p>
            <a:pPr>
              <a:spcBef>
                <a:spcPct val="50000"/>
              </a:spcBef>
              <a:buFontTx/>
              <a:buNone/>
            </a:pPr>
            <a:r>
              <a:rPr lang="en-US" altLang="en-US" sz="2000">
                <a:latin typeface="Times New Roman" panose="02020603050405020304" pitchFamily="18" charset="0"/>
              </a:rPr>
              <a:t>The size of each memory word is 16 bits.</a:t>
            </a:r>
          </a:p>
          <a:p>
            <a:pPr>
              <a:spcBef>
                <a:spcPct val="50000"/>
              </a:spcBef>
              <a:buFontTx/>
              <a:buNone/>
            </a:pPr>
            <a:r>
              <a:rPr lang="en-US" altLang="en-US" sz="2000">
                <a:latin typeface="Times New Roman" panose="02020603050405020304" pitchFamily="18" charset="0"/>
              </a:rPr>
              <a:t>Each instruction occupy one word.</a:t>
            </a:r>
          </a:p>
        </p:txBody>
      </p:sp>
      <p:sp>
        <p:nvSpPr>
          <p:cNvPr id="58379" name="Text Box 11">
            <a:extLst>
              <a:ext uri="{FF2B5EF4-FFF2-40B4-BE49-F238E27FC236}">
                <a16:creationId xmlns:a16="http://schemas.microsoft.com/office/drawing/2014/main" id="{96305641-73B1-5255-59D5-EEBDC93E9183}"/>
              </a:ext>
            </a:extLst>
          </p:cNvPr>
          <p:cNvSpPr txBox="1">
            <a:spLocks noChangeArrowheads="1"/>
          </p:cNvSpPr>
          <p:nvPr/>
        </p:nvSpPr>
        <p:spPr bwMode="auto">
          <a:xfrm>
            <a:off x="6858000" y="2133600"/>
            <a:ext cx="20574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1600">
                <a:latin typeface="Times New Roman" panose="02020603050405020304" pitchFamily="18" charset="0"/>
              </a:rPr>
              <a:t>0101010101010101</a:t>
            </a:r>
          </a:p>
          <a:p>
            <a:pPr>
              <a:spcBef>
                <a:spcPct val="50000"/>
              </a:spcBef>
              <a:buFontTx/>
              <a:buNone/>
            </a:pPr>
            <a:r>
              <a:rPr lang="en-US" altLang="en-US" sz="1600">
                <a:latin typeface="Times New Roman" panose="02020603050405020304" pitchFamily="18" charset="0"/>
              </a:rPr>
              <a:t>1010101010101010</a:t>
            </a:r>
          </a:p>
          <a:p>
            <a:pPr>
              <a:spcBef>
                <a:spcPct val="50000"/>
              </a:spcBef>
              <a:buFontTx/>
              <a:buNone/>
            </a:pPr>
            <a:r>
              <a:rPr lang="en-US" altLang="en-US" sz="1600">
                <a:latin typeface="Times New Roman" panose="02020603050405020304" pitchFamily="18" charset="0"/>
              </a:rPr>
              <a:t>1100110011001100</a:t>
            </a:r>
          </a:p>
          <a:p>
            <a:pPr>
              <a:spcBef>
                <a:spcPct val="50000"/>
              </a:spcBef>
              <a:buFontTx/>
              <a:buNone/>
            </a:pPr>
            <a:r>
              <a:rPr lang="en-US" altLang="en-US" sz="1600">
                <a:latin typeface="Times New Roman" panose="02020603050405020304" pitchFamily="18" charset="0"/>
              </a:rPr>
              <a:t>0011001100110011</a:t>
            </a:r>
          </a:p>
          <a:p>
            <a:pPr>
              <a:spcBef>
                <a:spcPct val="50000"/>
              </a:spcBef>
              <a:buFontTx/>
              <a:buNone/>
            </a:pPr>
            <a:r>
              <a:rPr lang="en-US" altLang="en-US" sz="1600">
                <a:latin typeface="Times New Roman" panose="02020603050405020304" pitchFamily="18" charset="0"/>
              </a:rPr>
              <a:t>0101010101010011</a:t>
            </a:r>
          </a:p>
          <a:p>
            <a:pPr>
              <a:spcBef>
                <a:spcPct val="50000"/>
              </a:spcBef>
              <a:buFontTx/>
              <a:buNone/>
            </a:pPr>
            <a:r>
              <a:rPr lang="en-US" altLang="en-US" sz="1600">
                <a:latin typeface="Times New Roman" panose="02020603050405020304" pitchFamily="18" charset="0"/>
              </a:rPr>
              <a:t>1010101010101010</a:t>
            </a:r>
          </a:p>
          <a:p>
            <a:pPr>
              <a:spcBef>
                <a:spcPct val="50000"/>
              </a:spcBef>
              <a:buFontTx/>
              <a:buNone/>
            </a:pPr>
            <a:r>
              <a:rPr lang="en-US" altLang="en-US" sz="1600">
                <a:latin typeface="Times New Roman" panose="02020603050405020304" pitchFamily="18" charset="0"/>
              </a:rPr>
              <a:t>1100110011001100</a:t>
            </a:r>
          </a:p>
          <a:p>
            <a:pPr>
              <a:spcBef>
                <a:spcPct val="50000"/>
              </a:spcBef>
              <a:buFontTx/>
              <a:buNone/>
            </a:pPr>
            <a:r>
              <a:rPr lang="en-US" altLang="en-US" sz="1600">
                <a:latin typeface="Times New Roman" panose="02020603050405020304" pitchFamily="18" charset="0"/>
              </a:rPr>
              <a:t>0011001100110011</a:t>
            </a:r>
          </a:p>
        </p:txBody>
      </p:sp>
      <p:grpSp>
        <p:nvGrpSpPr>
          <p:cNvPr id="2" name="Group 12">
            <a:extLst>
              <a:ext uri="{FF2B5EF4-FFF2-40B4-BE49-F238E27FC236}">
                <a16:creationId xmlns:a16="http://schemas.microsoft.com/office/drawing/2014/main" id="{D1B146B2-AAB2-39E3-AA0B-BF0C97A99E6C}"/>
              </a:ext>
            </a:extLst>
          </p:cNvPr>
          <p:cNvGrpSpPr>
            <a:grpSpLocks/>
          </p:cNvGrpSpPr>
          <p:nvPr/>
        </p:nvGrpSpPr>
        <p:grpSpPr bwMode="auto">
          <a:xfrm>
            <a:off x="304800" y="3429000"/>
            <a:ext cx="2819400" cy="400050"/>
            <a:chOff x="336" y="1776"/>
            <a:chExt cx="1776" cy="252"/>
          </a:xfrm>
        </p:grpSpPr>
        <p:sp>
          <p:nvSpPr>
            <p:cNvPr id="23582" name="Text Box 13">
              <a:extLst>
                <a:ext uri="{FF2B5EF4-FFF2-40B4-BE49-F238E27FC236}">
                  <a16:creationId xmlns:a16="http://schemas.microsoft.com/office/drawing/2014/main" id="{842CAD64-C76E-08BA-C8A6-3F2AB6ECDE52}"/>
                </a:ext>
              </a:extLst>
            </p:cNvPr>
            <p:cNvSpPr txBox="1">
              <a:spLocks noChangeArrowheads="1"/>
            </p:cNvSpPr>
            <p:nvPr/>
          </p:nvSpPr>
          <p:spPr bwMode="auto">
            <a:xfrm>
              <a:off x="1008" y="1776"/>
              <a:ext cx="1104" cy="25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000">
                  <a:latin typeface="Times New Roman" panose="02020603050405020304" pitchFamily="18" charset="0"/>
                </a:rPr>
                <a:t>000000000001</a:t>
              </a:r>
            </a:p>
          </p:txBody>
        </p:sp>
        <p:sp>
          <p:nvSpPr>
            <p:cNvPr id="23583" name="Text Box 14">
              <a:extLst>
                <a:ext uri="{FF2B5EF4-FFF2-40B4-BE49-F238E27FC236}">
                  <a16:creationId xmlns:a16="http://schemas.microsoft.com/office/drawing/2014/main" id="{15CA0399-A963-B19D-D03D-B42F087073DF}"/>
                </a:ext>
              </a:extLst>
            </p:cNvPr>
            <p:cNvSpPr txBox="1">
              <a:spLocks noChangeArrowheads="1"/>
            </p:cNvSpPr>
            <p:nvPr/>
          </p:nvSpPr>
          <p:spPr bwMode="auto">
            <a:xfrm>
              <a:off x="336" y="1776"/>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000">
                  <a:latin typeface="Times New Roman" panose="02020603050405020304" pitchFamily="18" charset="0"/>
                </a:rPr>
                <a:t>PC</a:t>
              </a:r>
            </a:p>
          </p:txBody>
        </p:sp>
      </p:grpSp>
      <p:sp>
        <p:nvSpPr>
          <p:cNvPr id="58383" name="Text Box 15">
            <a:extLst>
              <a:ext uri="{FF2B5EF4-FFF2-40B4-BE49-F238E27FC236}">
                <a16:creationId xmlns:a16="http://schemas.microsoft.com/office/drawing/2014/main" id="{61BFBDF0-0351-A7B1-2409-B01D45FCC3D9}"/>
              </a:ext>
            </a:extLst>
          </p:cNvPr>
          <p:cNvSpPr txBox="1">
            <a:spLocks noChangeArrowheads="1"/>
          </p:cNvSpPr>
          <p:nvPr/>
        </p:nvSpPr>
        <p:spPr bwMode="auto">
          <a:xfrm>
            <a:off x="228600" y="4648200"/>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FontTx/>
              <a:buNone/>
            </a:pPr>
            <a:r>
              <a:rPr lang="en-US" altLang="en-US" sz="2400">
                <a:latin typeface="Times New Roman" panose="02020603050405020304" pitchFamily="18" charset="0"/>
              </a:rPr>
              <a:t>3. Instruction Register</a:t>
            </a:r>
          </a:p>
        </p:txBody>
      </p:sp>
      <p:sp>
        <p:nvSpPr>
          <p:cNvPr id="23560" name="Rectangle 17">
            <a:extLst>
              <a:ext uri="{FF2B5EF4-FFF2-40B4-BE49-F238E27FC236}">
                <a16:creationId xmlns:a16="http://schemas.microsoft.com/office/drawing/2014/main" id="{4358E55F-0522-5A9A-E537-C16A8554F417}"/>
              </a:ext>
            </a:extLst>
          </p:cNvPr>
          <p:cNvSpPr>
            <a:spLocks noChangeArrowheads="1"/>
          </p:cNvSpPr>
          <p:nvPr/>
        </p:nvSpPr>
        <p:spPr bwMode="auto">
          <a:xfrm>
            <a:off x="1371600" y="5181600"/>
            <a:ext cx="609600" cy="457200"/>
          </a:xfrm>
          <a:prstGeom prst="rect">
            <a:avLst/>
          </a:prstGeom>
          <a:solidFill>
            <a:schemeClr val="accent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61" name="Text Box 18">
            <a:extLst>
              <a:ext uri="{FF2B5EF4-FFF2-40B4-BE49-F238E27FC236}">
                <a16:creationId xmlns:a16="http://schemas.microsoft.com/office/drawing/2014/main" id="{F975F7C8-1880-BA6E-87B8-F4400CCE2B61}"/>
              </a:ext>
            </a:extLst>
          </p:cNvPr>
          <p:cNvSpPr txBox="1">
            <a:spLocks noChangeArrowheads="1"/>
          </p:cNvSpPr>
          <p:nvPr/>
        </p:nvSpPr>
        <p:spPr bwMode="auto">
          <a:xfrm>
            <a:off x="1371600" y="5181600"/>
            <a:ext cx="2286000" cy="4000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000">
                <a:latin typeface="Times New Roman" panose="02020603050405020304" pitchFamily="18" charset="0"/>
              </a:rPr>
              <a:t>0101 010101010101</a:t>
            </a:r>
          </a:p>
        </p:txBody>
      </p:sp>
      <p:sp>
        <p:nvSpPr>
          <p:cNvPr id="23562" name="Text Box 19">
            <a:extLst>
              <a:ext uri="{FF2B5EF4-FFF2-40B4-BE49-F238E27FC236}">
                <a16:creationId xmlns:a16="http://schemas.microsoft.com/office/drawing/2014/main" id="{5D6A4F7A-073E-2266-918A-7E45CC2D5DF0}"/>
              </a:ext>
            </a:extLst>
          </p:cNvPr>
          <p:cNvSpPr txBox="1">
            <a:spLocks noChangeArrowheads="1"/>
          </p:cNvSpPr>
          <p:nvPr/>
        </p:nvSpPr>
        <p:spPr bwMode="auto">
          <a:xfrm>
            <a:off x="457200" y="51816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000">
                <a:latin typeface="Times New Roman" panose="02020603050405020304" pitchFamily="18" charset="0"/>
              </a:rPr>
              <a:t>IR</a:t>
            </a:r>
          </a:p>
        </p:txBody>
      </p:sp>
      <p:sp>
        <p:nvSpPr>
          <p:cNvPr id="58388" name="Line 20">
            <a:extLst>
              <a:ext uri="{FF2B5EF4-FFF2-40B4-BE49-F238E27FC236}">
                <a16:creationId xmlns:a16="http://schemas.microsoft.com/office/drawing/2014/main" id="{03AF9CCA-59C8-A45E-2D06-7282FF799A36}"/>
              </a:ext>
            </a:extLst>
          </p:cNvPr>
          <p:cNvSpPr>
            <a:spLocks noChangeShapeType="1"/>
          </p:cNvSpPr>
          <p:nvPr/>
        </p:nvSpPr>
        <p:spPr bwMode="auto">
          <a:xfrm flipV="1">
            <a:off x="3276600" y="2362200"/>
            <a:ext cx="1524000" cy="1219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4" name="Rectangle 22">
            <a:extLst>
              <a:ext uri="{FF2B5EF4-FFF2-40B4-BE49-F238E27FC236}">
                <a16:creationId xmlns:a16="http://schemas.microsoft.com/office/drawing/2014/main" id="{6A990184-00A2-1C27-710A-0E0E52D7D9C8}"/>
              </a:ext>
            </a:extLst>
          </p:cNvPr>
          <p:cNvSpPr>
            <a:spLocks noGrp="1" noChangeArrowheads="1"/>
          </p:cNvSpPr>
          <p:nvPr>
            <p:ph type="ctrTitle" idx="4294967295"/>
          </p:nvPr>
        </p:nvSpPr>
        <p:spPr>
          <a:xfrm>
            <a:off x="685800" y="152400"/>
            <a:ext cx="7772400" cy="533400"/>
          </a:xfrm>
        </p:spPr>
        <p:txBody>
          <a:bodyPr/>
          <a:lstStyle/>
          <a:p>
            <a:pPr eaLnBrk="1" hangingPunct="1"/>
            <a:r>
              <a:rPr lang="en-US" altLang="en-US" sz="3200"/>
              <a:t>Building A Basic Computer!</a:t>
            </a:r>
          </a:p>
        </p:txBody>
      </p:sp>
      <p:sp>
        <p:nvSpPr>
          <p:cNvPr id="23565" name="AutoShape 23">
            <a:extLst>
              <a:ext uri="{FF2B5EF4-FFF2-40B4-BE49-F238E27FC236}">
                <a16:creationId xmlns:a16="http://schemas.microsoft.com/office/drawing/2014/main" id="{D836379C-869E-E871-24A4-128ECECD5E6A}"/>
              </a:ext>
            </a:extLst>
          </p:cNvPr>
          <p:cNvSpPr>
            <a:spLocks noChangeArrowheads="1"/>
          </p:cNvSpPr>
          <p:nvPr/>
        </p:nvSpPr>
        <p:spPr bwMode="auto">
          <a:xfrm>
            <a:off x="5181600" y="1447800"/>
            <a:ext cx="1295400" cy="457200"/>
          </a:xfrm>
          <a:prstGeom prst="wedgeRoundRectCallout">
            <a:avLst>
              <a:gd name="adj1" fmla="val -9435"/>
              <a:gd name="adj2" fmla="val 95139"/>
              <a:gd name="adj3" fmla="val 16667"/>
            </a:avLst>
          </a:prstGeom>
          <a:solidFill>
            <a:schemeClr val="accent1">
              <a:alpha val="47842"/>
            </a:schemeClr>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000">
                <a:latin typeface="Times New Roman" panose="02020603050405020304" pitchFamily="18" charset="0"/>
              </a:rPr>
              <a:t>address</a:t>
            </a:r>
          </a:p>
        </p:txBody>
      </p:sp>
      <p:sp>
        <p:nvSpPr>
          <p:cNvPr id="23566" name="Text Box 24">
            <a:extLst>
              <a:ext uri="{FF2B5EF4-FFF2-40B4-BE49-F238E27FC236}">
                <a16:creationId xmlns:a16="http://schemas.microsoft.com/office/drawing/2014/main" id="{F69D68B2-4179-4FA4-6C13-D6B9116951C3}"/>
              </a:ext>
            </a:extLst>
          </p:cNvPr>
          <p:cNvSpPr txBox="1">
            <a:spLocks noChangeArrowheads="1"/>
          </p:cNvSpPr>
          <p:nvPr/>
        </p:nvSpPr>
        <p:spPr bwMode="auto">
          <a:xfrm>
            <a:off x="4800600" y="2133600"/>
            <a:ext cx="20574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1600">
                <a:latin typeface="Times New Roman" panose="02020603050405020304" pitchFamily="18" charset="0"/>
              </a:rPr>
              <a:t>0000000000000001</a:t>
            </a:r>
          </a:p>
          <a:p>
            <a:pPr>
              <a:spcBef>
                <a:spcPct val="50000"/>
              </a:spcBef>
              <a:buFontTx/>
              <a:buNone/>
            </a:pPr>
            <a:r>
              <a:rPr lang="en-US" altLang="en-US" sz="1600">
                <a:latin typeface="Times New Roman" panose="02020603050405020304" pitchFamily="18" charset="0"/>
              </a:rPr>
              <a:t>0000000000000010</a:t>
            </a:r>
          </a:p>
          <a:p>
            <a:pPr>
              <a:spcBef>
                <a:spcPct val="50000"/>
              </a:spcBef>
              <a:buFontTx/>
              <a:buNone/>
            </a:pPr>
            <a:r>
              <a:rPr lang="en-US" altLang="en-US" sz="1600">
                <a:latin typeface="Times New Roman" panose="02020603050405020304" pitchFamily="18" charset="0"/>
              </a:rPr>
              <a:t>0000000000000011</a:t>
            </a:r>
          </a:p>
          <a:p>
            <a:pPr>
              <a:spcBef>
                <a:spcPct val="50000"/>
              </a:spcBef>
              <a:buFontTx/>
              <a:buNone/>
            </a:pPr>
            <a:r>
              <a:rPr lang="en-US" altLang="en-US" sz="1600">
                <a:latin typeface="Times New Roman" panose="02020603050405020304" pitchFamily="18" charset="0"/>
              </a:rPr>
              <a:t>0000000000000100</a:t>
            </a:r>
          </a:p>
          <a:p>
            <a:pPr>
              <a:spcBef>
                <a:spcPct val="50000"/>
              </a:spcBef>
              <a:buFontTx/>
              <a:buNone/>
            </a:pPr>
            <a:r>
              <a:rPr lang="en-US" altLang="en-US" sz="1600">
                <a:latin typeface="Times New Roman" panose="02020603050405020304" pitchFamily="18" charset="0"/>
              </a:rPr>
              <a:t>0000000000000101</a:t>
            </a:r>
          </a:p>
          <a:p>
            <a:pPr>
              <a:spcBef>
                <a:spcPct val="50000"/>
              </a:spcBef>
              <a:buFontTx/>
              <a:buNone/>
            </a:pPr>
            <a:r>
              <a:rPr lang="en-US" altLang="en-US" sz="1600">
                <a:latin typeface="Times New Roman" panose="02020603050405020304" pitchFamily="18" charset="0"/>
              </a:rPr>
              <a:t>0000000000000110</a:t>
            </a:r>
          </a:p>
          <a:p>
            <a:pPr>
              <a:spcBef>
                <a:spcPct val="50000"/>
              </a:spcBef>
              <a:buFontTx/>
              <a:buNone/>
            </a:pPr>
            <a:r>
              <a:rPr lang="en-US" altLang="en-US" sz="1600">
                <a:latin typeface="Times New Roman" panose="02020603050405020304" pitchFamily="18" charset="0"/>
              </a:rPr>
              <a:t>0000000000000111</a:t>
            </a:r>
          </a:p>
          <a:p>
            <a:pPr>
              <a:spcBef>
                <a:spcPct val="50000"/>
              </a:spcBef>
              <a:buFontTx/>
              <a:buNone/>
            </a:pPr>
            <a:r>
              <a:rPr lang="en-US" altLang="en-US" sz="1600">
                <a:latin typeface="Times New Roman" panose="02020603050405020304" pitchFamily="18" charset="0"/>
              </a:rPr>
              <a:t>0000000000001000</a:t>
            </a:r>
          </a:p>
        </p:txBody>
      </p:sp>
      <p:grpSp>
        <p:nvGrpSpPr>
          <p:cNvPr id="23567" name="Group 25">
            <a:extLst>
              <a:ext uri="{FF2B5EF4-FFF2-40B4-BE49-F238E27FC236}">
                <a16:creationId xmlns:a16="http://schemas.microsoft.com/office/drawing/2014/main" id="{5FDB0B8D-0106-9461-8E35-EFD31BD82717}"/>
              </a:ext>
            </a:extLst>
          </p:cNvPr>
          <p:cNvGrpSpPr>
            <a:grpSpLocks/>
          </p:cNvGrpSpPr>
          <p:nvPr/>
        </p:nvGrpSpPr>
        <p:grpSpPr bwMode="auto">
          <a:xfrm>
            <a:off x="4800600" y="2057400"/>
            <a:ext cx="1981200" cy="3276600"/>
            <a:chOff x="3744" y="1584"/>
            <a:chExt cx="1392" cy="2736"/>
          </a:xfrm>
        </p:grpSpPr>
        <p:sp>
          <p:nvSpPr>
            <p:cNvPr id="23577" name="Rectangle 26">
              <a:extLst>
                <a:ext uri="{FF2B5EF4-FFF2-40B4-BE49-F238E27FC236}">
                  <a16:creationId xmlns:a16="http://schemas.microsoft.com/office/drawing/2014/main" id="{61342D25-F613-93D1-41DB-DBDE91FAC417}"/>
                </a:ext>
              </a:extLst>
            </p:cNvPr>
            <p:cNvSpPr>
              <a:spLocks noChangeArrowheads="1"/>
            </p:cNvSpPr>
            <p:nvPr/>
          </p:nvSpPr>
          <p:spPr bwMode="auto">
            <a:xfrm>
              <a:off x="3744" y="1584"/>
              <a:ext cx="1392" cy="2736"/>
            </a:xfrm>
            <a:prstGeom prst="rect">
              <a:avLst/>
            </a:prstGeom>
            <a:solidFill>
              <a:srgbClr val="CCFFFF">
                <a:alpha val="29019"/>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78" name="Rectangle 27">
              <a:extLst>
                <a:ext uri="{FF2B5EF4-FFF2-40B4-BE49-F238E27FC236}">
                  <a16:creationId xmlns:a16="http://schemas.microsoft.com/office/drawing/2014/main" id="{0B808C49-42EB-FA29-D32F-C6C7D43D58F7}"/>
                </a:ext>
              </a:extLst>
            </p:cNvPr>
            <p:cNvSpPr>
              <a:spLocks noChangeArrowheads="1"/>
            </p:cNvSpPr>
            <p:nvPr/>
          </p:nvSpPr>
          <p:spPr bwMode="auto">
            <a:xfrm>
              <a:off x="3744" y="1680"/>
              <a:ext cx="1392" cy="288"/>
            </a:xfrm>
            <a:prstGeom prst="rect">
              <a:avLst/>
            </a:prstGeom>
            <a:solidFill>
              <a:srgbClr val="00CCFF">
                <a:alpha val="18823"/>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79" name="Rectangle 28">
              <a:extLst>
                <a:ext uri="{FF2B5EF4-FFF2-40B4-BE49-F238E27FC236}">
                  <a16:creationId xmlns:a16="http://schemas.microsoft.com/office/drawing/2014/main" id="{1B1DC79F-C39F-2ABE-E874-0631BF5BC4CE}"/>
                </a:ext>
              </a:extLst>
            </p:cNvPr>
            <p:cNvSpPr>
              <a:spLocks noChangeArrowheads="1"/>
            </p:cNvSpPr>
            <p:nvPr/>
          </p:nvSpPr>
          <p:spPr bwMode="auto">
            <a:xfrm>
              <a:off x="3744" y="2268"/>
              <a:ext cx="1392" cy="311"/>
            </a:xfrm>
            <a:prstGeom prst="rect">
              <a:avLst/>
            </a:prstGeom>
            <a:solidFill>
              <a:srgbClr val="00CCFF">
                <a:alpha val="25882"/>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80" name="Rectangle 29">
              <a:extLst>
                <a:ext uri="{FF2B5EF4-FFF2-40B4-BE49-F238E27FC236}">
                  <a16:creationId xmlns:a16="http://schemas.microsoft.com/office/drawing/2014/main" id="{15486888-DDBE-7508-7F40-0383FC5ED5BC}"/>
                </a:ext>
              </a:extLst>
            </p:cNvPr>
            <p:cNvSpPr>
              <a:spLocks noChangeArrowheads="1"/>
            </p:cNvSpPr>
            <p:nvPr/>
          </p:nvSpPr>
          <p:spPr bwMode="auto">
            <a:xfrm>
              <a:off x="3744" y="2890"/>
              <a:ext cx="1392" cy="288"/>
            </a:xfrm>
            <a:prstGeom prst="rect">
              <a:avLst/>
            </a:prstGeom>
            <a:solidFill>
              <a:srgbClr val="00CCFF">
                <a:alpha val="25882"/>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81" name="Rectangle 30">
              <a:extLst>
                <a:ext uri="{FF2B5EF4-FFF2-40B4-BE49-F238E27FC236}">
                  <a16:creationId xmlns:a16="http://schemas.microsoft.com/office/drawing/2014/main" id="{87CD818B-FD33-7C9B-E7BB-F2F1BE650C5E}"/>
                </a:ext>
              </a:extLst>
            </p:cNvPr>
            <p:cNvSpPr>
              <a:spLocks noChangeArrowheads="1"/>
            </p:cNvSpPr>
            <p:nvPr/>
          </p:nvSpPr>
          <p:spPr bwMode="auto">
            <a:xfrm>
              <a:off x="3744" y="3449"/>
              <a:ext cx="1392" cy="336"/>
            </a:xfrm>
            <a:prstGeom prst="rect">
              <a:avLst/>
            </a:prstGeom>
            <a:solidFill>
              <a:srgbClr val="00CCFF">
                <a:alpha val="25882"/>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grpSp>
      <p:sp>
        <p:nvSpPr>
          <p:cNvPr id="23568" name="AutoShape 31">
            <a:extLst>
              <a:ext uri="{FF2B5EF4-FFF2-40B4-BE49-F238E27FC236}">
                <a16:creationId xmlns:a16="http://schemas.microsoft.com/office/drawing/2014/main" id="{B8F2EE4E-1774-7A7E-A435-38E6D0034BB3}"/>
              </a:ext>
            </a:extLst>
          </p:cNvPr>
          <p:cNvSpPr>
            <a:spLocks noChangeArrowheads="1"/>
          </p:cNvSpPr>
          <p:nvPr/>
        </p:nvSpPr>
        <p:spPr bwMode="auto">
          <a:xfrm>
            <a:off x="7162800" y="1447800"/>
            <a:ext cx="1295400" cy="457200"/>
          </a:xfrm>
          <a:prstGeom prst="wedgeRoundRectCallout">
            <a:avLst>
              <a:gd name="adj1" fmla="val -611"/>
              <a:gd name="adj2" fmla="val 114583"/>
              <a:gd name="adj3" fmla="val 16667"/>
            </a:avLst>
          </a:prstGeom>
          <a:solidFill>
            <a:schemeClr val="accent1">
              <a:alpha val="47842"/>
            </a:schemeClr>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000">
                <a:latin typeface="Times New Roman" panose="02020603050405020304" pitchFamily="18" charset="0"/>
              </a:rPr>
              <a:t>contents</a:t>
            </a:r>
          </a:p>
        </p:txBody>
      </p:sp>
      <p:cxnSp>
        <p:nvCxnSpPr>
          <p:cNvPr id="23569" name="AutoShape 33">
            <a:extLst>
              <a:ext uri="{FF2B5EF4-FFF2-40B4-BE49-F238E27FC236}">
                <a16:creationId xmlns:a16="http://schemas.microsoft.com/office/drawing/2014/main" id="{12AB1DFD-3E2A-023C-9005-6A7571AC66D8}"/>
              </a:ext>
            </a:extLst>
          </p:cNvPr>
          <p:cNvCxnSpPr>
            <a:cxnSpLocks noChangeShapeType="1"/>
          </p:cNvCxnSpPr>
          <p:nvPr/>
        </p:nvCxnSpPr>
        <p:spPr bwMode="auto">
          <a:xfrm rot="-5400000" flipH="1" flipV="1">
            <a:off x="3257550" y="1314450"/>
            <a:ext cx="3733800" cy="5524500"/>
          </a:xfrm>
          <a:prstGeom prst="bentConnector4">
            <a:avLst>
              <a:gd name="adj1" fmla="val -6120"/>
              <a:gd name="adj2" fmla="val 59310"/>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sp>
        <p:nvSpPr>
          <p:cNvPr id="23570" name="Line 34">
            <a:extLst>
              <a:ext uri="{FF2B5EF4-FFF2-40B4-BE49-F238E27FC236}">
                <a16:creationId xmlns:a16="http://schemas.microsoft.com/office/drawing/2014/main" id="{5C200B2C-3ECC-16DC-6C73-CC2F5DB0450F}"/>
              </a:ext>
            </a:extLst>
          </p:cNvPr>
          <p:cNvSpPr>
            <a:spLocks noChangeShapeType="1"/>
          </p:cNvSpPr>
          <p:nvPr/>
        </p:nvSpPr>
        <p:spPr bwMode="auto">
          <a:xfrm flipV="1">
            <a:off x="2362200" y="5791200"/>
            <a:ext cx="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3571" name="Group 25">
            <a:extLst>
              <a:ext uri="{FF2B5EF4-FFF2-40B4-BE49-F238E27FC236}">
                <a16:creationId xmlns:a16="http://schemas.microsoft.com/office/drawing/2014/main" id="{02EBBFA5-36E6-59D0-0513-ADBAC317C0D6}"/>
              </a:ext>
            </a:extLst>
          </p:cNvPr>
          <p:cNvGrpSpPr>
            <a:grpSpLocks/>
          </p:cNvGrpSpPr>
          <p:nvPr/>
        </p:nvGrpSpPr>
        <p:grpSpPr bwMode="auto">
          <a:xfrm>
            <a:off x="6781800" y="2057400"/>
            <a:ext cx="1981200" cy="3276600"/>
            <a:chOff x="3744" y="1584"/>
            <a:chExt cx="1392" cy="2736"/>
          </a:xfrm>
        </p:grpSpPr>
        <p:sp>
          <p:nvSpPr>
            <p:cNvPr id="23572" name="Rectangle 26">
              <a:extLst>
                <a:ext uri="{FF2B5EF4-FFF2-40B4-BE49-F238E27FC236}">
                  <a16:creationId xmlns:a16="http://schemas.microsoft.com/office/drawing/2014/main" id="{48BE5571-0B0C-E431-B0CD-7205DA91736F}"/>
                </a:ext>
              </a:extLst>
            </p:cNvPr>
            <p:cNvSpPr>
              <a:spLocks noChangeArrowheads="1"/>
            </p:cNvSpPr>
            <p:nvPr/>
          </p:nvSpPr>
          <p:spPr bwMode="auto">
            <a:xfrm>
              <a:off x="3744" y="1584"/>
              <a:ext cx="1392" cy="2736"/>
            </a:xfrm>
            <a:prstGeom prst="rect">
              <a:avLst/>
            </a:prstGeom>
            <a:solidFill>
              <a:srgbClr val="CCFFFF">
                <a:alpha val="29019"/>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73" name="Rectangle 27">
              <a:extLst>
                <a:ext uri="{FF2B5EF4-FFF2-40B4-BE49-F238E27FC236}">
                  <a16:creationId xmlns:a16="http://schemas.microsoft.com/office/drawing/2014/main" id="{6313F8E5-F666-3095-0E92-38F02E8533E7}"/>
                </a:ext>
              </a:extLst>
            </p:cNvPr>
            <p:cNvSpPr>
              <a:spLocks noChangeArrowheads="1"/>
            </p:cNvSpPr>
            <p:nvPr/>
          </p:nvSpPr>
          <p:spPr bwMode="auto">
            <a:xfrm>
              <a:off x="3744" y="1680"/>
              <a:ext cx="1392" cy="288"/>
            </a:xfrm>
            <a:prstGeom prst="rect">
              <a:avLst/>
            </a:prstGeom>
            <a:solidFill>
              <a:srgbClr val="00CCFF">
                <a:alpha val="18823"/>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74" name="Rectangle 28">
              <a:extLst>
                <a:ext uri="{FF2B5EF4-FFF2-40B4-BE49-F238E27FC236}">
                  <a16:creationId xmlns:a16="http://schemas.microsoft.com/office/drawing/2014/main" id="{1F415BEB-2E5D-ACC8-E08F-950E4B165479}"/>
                </a:ext>
              </a:extLst>
            </p:cNvPr>
            <p:cNvSpPr>
              <a:spLocks noChangeArrowheads="1"/>
            </p:cNvSpPr>
            <p:nvPr/>
          </p:nvSpPr>
          <p:spPr bwMode="auto">
            <a:xfrm>
              <a:off x="3744" y="2268"/>
              <a:ext cx="1392" cy="311"/>
            </a:xfrm>
            <a:prstGeom prst="rect">
              <a:avLst/>
            </a:prstGeom>
            <a:solidFill>
              <a:srgbClr val="00CCFF">
                <a:alpha val="25882"/>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75" name="Rectangle 29">
              <a:extLst>
                <a:ext uri="{FF2B5EF4-FFF2-40B4-BE49-F238E27FC236}">
                  <a16:creationId xmlns:a16="http://schemas.microsoft.com/office/drawing/2014/main" id="{9DCAFA6D-1442-F986-3151-CD63C0EB309B}"/>
                </a:ext>
              </a:extLst>
            </p:cNvPr>
            <p:cNvSpPr>
              <a:spLocks noChangeArrowheads="1"/>
            </p:cNvSpPr>
            <p:nvPr/>
          </p:nvSpPr>
          <p:spPr bwMode="auto">
            <a:xfrm>
              <a:off x="3744" y="2890"/>
              <a:ext cx="1392" cy="288"/>
            </a:xfrm>
            <a:prstGeom prst="rect">
              <a:avLst/>
            </a:prstGeom>
            <a:solidFill>
              <a:srgbClr val="00CCFF">
                <a:alpha val="25882"/>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76" name="Rectangle 30">
              <a:extLst>
                <a:ext uri="{FF2B5EF4-FFF2-40B4-BE49-F238E27FC236}">
                  <a16:creationId xmlns:a16="http://schemas.microsoft.com/office/drawing/2014/main" id="{B84A9D61-DEB7-5BD6-32AD-102ACEF9201A}"/>
                </a:ext>
              </a:extLst>
            </p:cNvPr>
            <p:cNvSpPr>
              <a:spLocks noChangeArrowheads="1"/>
            </p:cNvSpPr>
            <p:nvPr/>
          </p:nvSpPr>
          <p:spPr bwMode="auto">
            <a:xfrm>
              <a:off x="3744" y="3449"/>
              <a:ext cx="1392" cy="336"/>
            </a:xfrm>
            <a:prstGeom prst="rect">
              <a:avLst/>
            </a:prstGeom>
            <a:solidFill>
              <a:srgbClr val="00CCFF">
                <a:alpha val="25882"/>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8370"/>
                                        </p:tgtEl>
                                        <p:attrNameLst>
                                          <p:attrName>style.visibility</p:attrName>
                                        </p:attrNameLst>
                                      </p:cBhvr>
                                      <p:to>
                                        <p:strVal val="visible"/>
                                      </p:to>
                                    </p:set>
                                    <p:anim calcmode="lin" valueType="num">
                                      <p:cBhvr additive="base">
                                        <p:cTn id="7" dur="500" fill="hold"/>
                                        <p:tgtEl>
                                          <p:spTgt spid="58370"/>
                                        </p:tgtEl>
                                        <p:attrNameLst>
                                          <p:attrName>ppt_x</p:attrName>
                                        </p:attrNameLst>
                                      </p:cBhvr>
                                      <p:tavLst>
                                        <p:tav tm="0">
                                          <p:val>
                                            <p:strVal val="0-#ppt_w/2"/>
                                          </p:val>
                                        </p:tav>
                                        <p:tav tm="100000">
                                          <p:val>
                                            <p:strVal val="#ppt_x"/>
                                          </p:val>
                                        </p:tav>
                                      </p:tavLst>
                                    </p:anim>
                                    <p:anim calcmode="lin" valueType="num">
                                      <p:cBhvr additive="base">
                                        <p:cTn id="8" dur="500" fill="hold"/>
                                        <p:tgtEl>
                                          <p:spTgt spid="5837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8379"/>
                                        </p:tgtEl>
                                        <p:attrNameLst>
                                          <p:attrName>style.visibility</p:attrName>
                                        </p:attrNameLst>
                                      </p:cBhvr>
                                      <p:to>
                                        <p:strVal val="visible"/>
                                      </p:to>
                                    </p:set>
                                    <p:anim calcmode="lin" valueType="num">
                                      <p:cBhvr additive="base">
                                        <p:cTn id="13" dur="500" fill="hold"/>
                                        <p:tgtEl>
                                          <p:spTgt spid="58379"/>
                                        </p:tgtEl>
                                        <p:attrNameLst>
                                          <p:attrName>ppt_x</p:attrName>
                                        </p:attrNameLst>
                                      </p:cBhvr>
                                      <p:tavLst>
                                        <p:tav tm="0">
                                          <p:val>
                                            <p:strVal val="0-#ppt_w/2"/>
                                          </p:val>
                                        </p:tav>
                                        <p:tav tm="100000">
                                          <p:val>
                                            <p:strVal val="#ppt_x"/>
                                          </p:val>
                                        </p:tav>
                                      </p:tavLst>
                                    </p:anim>
                                    <p:anim calcmode="lin" valueType="num">
                                      <p:cBhvr additive="base">
                                        <p:cTn id="14" dur="500" fill="hold"/>
                                        <p:tgtEl>
                                          <p:spTgt spid="5837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58371"/>
                                        </p:tgtEl>
                                        <p:attrNameLst>
                                          <p:attrName>style.visibility</p:attrName>
                                        </p:attrNameLst>
                                      </p:cBhvr>
                                      <p:to>
                                        <p:strVal val="visible"/>
                                      </p:to>
                                    </p:set>
                                    <p:anim calcmode="lin" valueType="num">
                                      <p:cBhvr additive="base">
                                        <p:cTn id="19" dur="500" fill="hold"/>
                                        <p:tgtEl>
                                          <p:spTgt spid="58371"/>
                                        </p:tgtEl>
                                        <p:attrNameLst>
                                          <p:attrName>ppt_x</p:attrName>
                                        </p:attrNameLst>
                                      </p:cBhvr>
                                      <p:tavLst>
                                        <p:tav tm="0">
                                          <p:val>
                                            <p:strVal val="0-#ppt_w/2"/>
                                          </p:val>
                                        </p:tav>
                                        <p:tav tm="100000">
                                          <p:val>
                                            <p:strVal val="#ppt_x"/>
                                          </p:val>
                                        </p:tav>
                                      </p:tavLst>
                                    </p:anim>
                                    <p:anim calcmode="lin" valueType="num">
                                      <p:cBhvr additive="base">
                                        <p:cTn id="20" dur="500" fill="hold"/>
                                        <p:tgtEl>
                                          <p:spTgt spid="5837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0-#ppt_w/2"/>
                                          </p:val>
                                        </p:tav>
                                        <p:tav tm="100000">
                                          <p:val>
                                            <p:strVal val="#ppt_x"/>
                                          </p:val>
                                        </p:tav>
                                      </p:tavLst>
                                    </p:anim>
                                    <p:anim calcmode="lin" valueType="num">
                                      <p:cBhvr additive="base">
                                        <p:cTn id="2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58388"/>
                                        </p:tgtEl>
                                        <p:attrNameLst>
                                          <p:attrName>style.visibility</p:attrName>
                                        </p:attrNameLst>
                                      </p:cBhvr>
                                      <p:to>
                                        <p:strVal val="visible"/>
                                      </p:to>
                                    </p:set>
                                    <p:anim calcmode="lin" valueType="num">
                                      <p:cBhvr additive="base">
                                        <p:cTn id="31" dur="500" fill="hold"/>
                                        <p:tgtEl>
                                          <p:spTgt spid="58388"/>
                                        </p:tgtEl>
                                        <p:attrNameLst>
                                          <p:attrName>ppt_x</p:attrName>
                                        </p:attrNameLst>
                                      </p:cBhvr>
                                      <p:tavLst>
                                        <p:tav tm="0">
                                          <p:val>
                                            <p:strVal val="0-#ppt_w/2"/>
                                          </p:val>
                                        </p:tav>
                                        <p:tav tm="100000">
                                          <p:val>
                                            <p:strVal val="#ppt_x"/>
                                          </p:val>
                                        </p:tav>
                                      </p:tavLst>
                                    </p:anim>
                                    <p:anim calcmode="lin" valueType="num">
                                      <p:cBhvr additive="base">
                                        <p:cTn id="32" dur="500" fill="hold"/>
                                        <p:tgtEl>
                                          <p:spTgt spid="5838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58383"/>
                                        </p:tgtEl>
                                        <p:attrNameLst>
                                          <p:attrName>style.visibility</p:attrName>
                                        </p:attrNameLst>
                                      </p:cBhvr>
                                      <p:to>
                                        <p:strVal val="visible"/>
                                      </p:to>
                                    </p:set>
                                    <p:anim calcmode="lin" valueType="num">
                                      <p:cBhvr additive="base">
                                        <p:cTn id="37" dur="500" fill="hold"/>
                                        <p:tgtEl>
                                          <p:spTgt spid="58383"/>
                                        </p:tgtEl>
                                        <p:attrNameLst>
                                          <p:attrName>ppt_x</p:attrName>
                                        </p:attrNameLst>
                                      </p:cBhvr>
                                      <p:tavLst>
                                        <p:tav tm="0">
                                          <p:val>
                                            <p:strVal val="0-#ppt_w/2"/>
                                          </p:val>
                                        </p:tav>
                                        <p:tav tm="100000">
                                          <p:val>
                                            <p:strVal val="#ppt_x"/>
                                          </p:val>
                                        </p:tav>
                                      </p:tavLst>
                                    </p:anim>
                                    <p:anim calcmode="lin" valueType="num">
                                      <p:cBhvr additive="base">
                                        <p:cTn id="38" dur="500" fill="hold"/>
                                        <p:tgtEl>
                                          <p:spTgt spid="583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autoUpdateAnimBg="0"/>
      <p:bldP spid="58371" grpId="0" autoUpdateAnimBg="0"/>
      <p:bldP spid="58379" grpId="0" autoUpdateAnimBg="0"/>
      <p:bldP spid="5838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9C8C6D20-5EC6-B729-08B8-260EA5E25B56}"/>
              </a:ext>
            </a:extLst>
          </p:cNvPr>
          <p:cNvSpPr>
            <a:spLocks noGrp="1" noChangeArrowheads="1"/>
          </p:cNvSpPr>
          <p:nvPr>
            <p:ph type="title" idx="4294967295"/>
          </p:nvPr>
        </p:nvSpPr>
        <p:spPr>
          <a:xfrm>
            <a:off x="228600" y="304800"/>
            <a:ext cx="8763000" cy="685800"/>
          </a:xfrm>
        </p:spPr>
        <p:txBody>
          <a:bodyPr/>
          <a:lstStyle/>
          <a:p>
            <a:pPr eaLnBrk="1" hangingPunct="1"/>
            <a:r>
              <a:rPr lang="en-US" altLang="en-US" sz="3200"/>
              <a:t>The address register is connected to the memory</a:t>
            </a:r>
          </a:p>
        </p:txBody>
      </p:sp>
      <p:sp>
        <p:nvSpPr>
          <p:cNvPr id="80899" name="Text Box 3">
            <a:extLst>
              <a:ext uri="{FF2B5EF4-FFF2-40B4-BE49-F238E27FC236}">
                <a16:creationId xmlns:a16="http://schemas.microsoft.com/office/drawing/2014/main" id="{801C4440-187D-4DBF-F7FB-3C6F7D8F8277}"/>
              </a:ext>
            </a:extLst>
          </p:cNvPr>
          <p:cNvSpPr txBox="1">
            <a:spLocks noChangeArrowheads="1"/>
          </p:cNvSpPr>
          <p:nvPr/>
        </p:nvSpPr>
        <p:spPr bwMode="auto">
          <a:xfrm>
            <a:off x="152400" y="2514600"/>
            <a:ext cx="44958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AutoNum type="arabicPeriod"/>
            </a:pPr>
            <a:r>
              <a:rPr lang="en-US" altLang="en-US" sz="2400">
                <a:latin typeface="Times New Roman" panose="02020603050405020304" pitchFamily="18" charset="0"/>
              </a:rPr>
              <a:t>Program Counter Increments</a:t>
            </a:r>
          </a:p>
          <a:p>
            <a:pPr>
              <a:spcBef>
                <a:spcPct val="50000"/>
              </a:spcBef>
              <a:buFontTx/>
              <a:buNone/>
            </a:pPr>
            <a:r>
              <a:rPr lang="en-US" altLang="en-US" sz="2400">
                <a:latin typeface="Times New Roman" panose="02020603050405020304" pitchFamily="18" charset="0"/>
              </a:rPr>
              <a:t>by units of addresses</a:t>
            </a:r>
          </a:p>
        </p:txBody>
      </p:sp>
      <p:sp>
        <p:nvSpPr>
          <p:cNvPr id="24580" name="Text Box 5">
            <a:extLst>
              <a:ext uri="{FF2B5EF4-FFF2-40B4-BE49-F238E27FC236}">
                <a16:creationId xmlns:a16="http://schemas.microsoft.com/office/drawing/2014/main" id="{F8FBC431-83CD-741E-CDFF-4AB216A0D483}"/>
              </a:ext>
            </a:extLst>
          </p:cNvPr>
          <p:cNvSpPr txBox="1">
            <a:spLocks noChangeArrowheads="1"/>
          </p:cNvSpPr>
          <p:nvPr/>
        </p:nvSpPr>
        <p:spPr bwMode="auto">
          <a:xfrm>
            <a:off x="5638800" y="1524000"/>
            <a:ext cx="2590800" cy="58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a:latin typeface="Times New Roman" panose="02020603050405020304" pitchFamily="18" charset="0"/>
              </a:rPr>
              <a:t>0 0 0 0 0 0 0 1</a:t>
            </a:r>
            <a:endParaRPr lang="en-US" altLang="en-US" sz="2400">
              <a:latin typeface="Times New Roman" panose="02020603050405020304" pitchFamily="18" charset="0"/>
            </a:endParaRPr>
          </a:p>
        </p:txBody>
      </p:sp>
      <p:sp>
        <p:nvSpPr>
          <p:cNvPr id="24581" name="Text Box 6">
            <a:extLst>
              <a:ext uri="{FF2B5EF4-FFF2-40B4-BE49-F238E27FC236}">
                <a16:creationId xmlns:a16="http://schemas.microsoft.com/office/drawing/2014/main" id="{65C57BFB-D4CE-A147-29A3-976394D7963A}"/>
              </a:ext>
            </a:extLst>
          </p:cNvPr>
          <p:cNvSpPr txBox="1">
            <a:spLocks noChangeArrowheads="1"/>
          </p:cNvSpPr>
          <p:nvPr/>
        </p:nvSpPr>
        <p:spPr bwMode="auto">
          <a:xfrm>
            <a:off x="4724400" y="15240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PC</a:t>
            </a:r>
          </a:p>
        </p:txBody>
      </p:sp>
      <p:sp>
        <p:nvSpPr>
          <p:cNvPr id="24582" name="Rectangle 7">
            <a:extLst>
              <a:ext uri="{FF2B5EF4-FFF2-40B4-BE49-F238E27FC236}">
                <a16:creationId xmlns:a16="http://schemas.microsoft.com/office/drawing/2014/main" id="{130EB956-FEAE-996E-1038-844AF5F98CF1}"/>
              </a:ext>
            </a:extLst>
          </p:cNvPr>
          <p:cNvSpPr>
            <a:spLocks noChangeArrowheads="1"/>
          </p:cNvSpPr>
          <p:nvPr/>
        </p:nvSpPr>
        <p:spPr bwMode="auto">
          <a:xfrm>
            <a:off x="8382000" y="1295400"/>
            <a:ext cx="304800" cy="304800"/>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24583" name="Text Box 8">
            <a:extLst>
              <a:ext uri="{FF2B5EF4-FFF2-40B4-BE49-F238E27FC236}">
                <a16:creationId xmlns:a16="http://schemas.microsoft.com/office/drawing/2014/main" id="{F3FCDC56-3B0E-AF68-75AD-99A1FF3C035C}"/>
              </a:ext>
            </a:extLst>
          </p:cNvPr>
          <p:cNvSpPr txBox="1">
            <a:spLocks noChangeArrowheads="1"/>
          </p:cNvSpPr>
          <p:nvPr/>
        </p:nvSpPr>
        <p:spPr bwMode="auto">
          <a:xfrm>
            <a:off x="8382000" y="1295400"/>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1600">
                <a:latin typeface="Times New Roman" panose="02020603050405020304" pitchFamily="18" charset="0"/>
              </a:rPr>
              <a:t>+1</a:t>
            </a:r>
          </a:p>
        </p:txBody>
      </p:sp>
      <p:sp>
        <p:nvSpPr>
          <p:cNvPr id="24584" name="Line 9">
            <a:extLst>
              <a:ext uri="{FF2B5EF4-FFF2-40B4-BE49-F238E27FC236}">
                <a16:creationId xmlns:a16="http://schemas.microsoft.com/office/drawing/2014/main" id="{EADF5557-C0E1-62E2-CC27-96A32BAA50AC}"/>
              </a:ext>
            </a:extLst>
          </p:cNvPr>
          <p:cNvSpPr>
            <a:spLocks noChangeShapeType="1"/>
          </p:cNvSpPr>
          <p:nvPr/>
        </p:nvSpPr>
        <p:spPr bwMode="auto">
          <a:xfrm>
            <a:off x="8534400" y="16002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5" name="Line 10">
            <a:extLst>
              <a:ext uri="{FF2B5EF4-FFF2-40B4-BE49-F238E27FC236}">
                <a16:creationId xmlns:a16="http://schemas.microsoft.com/office/drawing/2014/main" id="{CC440478-94F0-8E30-5906-0CF52BA4514D}"/>
              </a:ext>
            </a:extLst>
          </p:cNvPr>
          <p:cNvSpPr>
            <a:spLocks noChangeShapeType="1"/>
          </p:cNvSpPr>
          <p:nvPr/>
        </p:nvSpPr>
        <p:spPr bwMode="auto">
          <a:xfrm flipH="1">
            <a:off x="8229600" y="16764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6" name="Line 11">
            <a:extLst>
              <a:ext uri="{FF2B5EF4-FFF2-40B4-BE49-F238E27FC236}">
                <a16:creationId xmlns:a16="http://schemas.microsoft.com/office/drawing/2014/main" id="{005A2106-DD2E-664D-4E4B-7D7C6D2FC512}"/>
              </a:ext>
            </a:extLst>
          </p:cNvPr>
          <p:cNvSpPr>
            <a:spLocks noChangeShapeType="1"/>
          </p:cNvSpPr>
          <p:nvPr/>
        </p:nvSpPr>
        <p:spPr bwMode="auto">
          <a:xfrm flipV="1">
            <a:off x="8077200" y="1066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7" name="Line 12">
            <a:extLst>
              <a:ext uri="{FF2B5EF4-FFF2-40B4-BE49-F238E27FC236}">
                <a16:creationId xmlns:a16="http://schemas.microsoft.com/office/drawing/2014/main" id="{2A3D638B-0A24-81DE-2F38-EE8A71C190BC}"/>
              </a:ext>
            </a:extLst>
          </p:cNvPr>
          <p:cNvSpPr>
            <a:spLocks noChangeShapeType="1"/>
          </p:cNvSpPr>
          <p:nvPr/>
        </p:nvSpPr>
        <p:spPr bwMode="auto">
          <a:xfrm>
            <a:off x="8077200" y="10668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9" name="Text Box 13">
            <a:extLst>
              <a:ext uri="{FF2B5EF4-FFF2-40B4-BE49-F238E27FC236}">
                <a16:creationId xmlns:a16="http://schemas.microsoft.com/office/drawing/2014/main" id="{763489B5-82A5-5C6D-CEA4-4E1C63BCE786}"/>
              </a:ext>
            </a:extLst>
          </p:cNvPr>
          <p:cNvSpPr txBox="1">
            <a:spLocks noChangeArrowheads="1"/>
          </p:cNvSpPr>
          <p:nvPr/>
        </p:nvSpPr>
        <p:spPr bwMode="auto">
          <a:xfrm>
            <a:off x="5562600" y="1524000"/>
            <a:ext cx="2667000" cy="584200"/>
          </a:xfrm>
          <a:prstGeom prst="rect">
            <a:avLst/>
          </a:prstGeom>
          <a:solidFill>
            <a:schemeClr val="bg1"/>
          </a:solidFill>
          <a:ln w="9525">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a:latin typeface="Times New Roman" panose="02020603050405020304" pitchFamily="18" charset="0"/>
              </a:rPr>
              <a:t>000000000010</a:t>
            </a:r>
          </a:p>
        </p:txBody>
      </p:sp>
      <p:sp>
        <p:nvSpPr>
          <p:cNvPr id="80910" name="Text Box 14">
            <a:extLst>
              <a:ext uri="{FF2B5EF4-FFF2-40B4-BE49-F238E27FC236}">
                <a16:creationId xmlns:a16="http://schemas.microsoft.com/office/drawing/2014/main" id="{66CB9E88-7ACE-8679-1E23-573FFDB5648A}"/>
              </a:ext>
            </a:extLst>
          </p:cNvPr>
          <p:cNvSpPr txBox="1">
            <a:spLocks noChangeArrowheads="1"/>
          </p:cNvSpPr>
          <p:nvPr/>
        </p:nvSpPr>
        <p:spPr bwMode="auto">
          <a:xfrm>
            <a:off x="152400" y="3581400"/>
            <a:ext cx="3962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2. The next address is put on the bus and is loaded into the Address Register</a:t>
            </a:r>
          </a:p>
        </p:txBody>
      </p:sp>
      <p:grpSp>
        <p:nvGrpSpPr>
          <p:cNvPr id="2" name="Group 15">
            <a:extLst>
              <a:ext uri="{FF2B5EF4-FFF2-40B4-BE49-F238E27FC236}">
                <a16:creationId xmlns:a16="http://schemas.microsoft.com/office/drawing/2014/main" id="{E2B4A2CF-4354-8149-1F86-017DCE37149F}"/>
              </a:ext>
            </a:extLst>
          </p:cNvPr>
          <p:cNvGrpSpPr>
            <a:grpSpLocks/>
          </p:cNvGrpSpPr>
          <p:nvPr/>
        </p:nvGrpSpPr>
        <p:grpSpPr bwMode="auto">
          <a:xfrm>
            <a:off x="4724400" y="2971800"/>
            <a:ext cx="3505200" cy="466725"/>
            <a:chOff x="2976" y="1680"/>
            <a:chExt cx="2208" cy="294"/>
          </a:xfrm>
        </p:grpSpPr>
        <p:sp>
          <p:nvSpPr>
            <p:cNvPr id="24605" name="Text Box 16">
              <a:extLst>
                <a:ext uri="{FF2B5EF4-FFF2-40B4-BE49-F238E27FC236}">
                  <a16:creationId xmlns:a16="http://schemas.microsoft.com/office/drawing/2014/main" id="{5A84A904-3567-D6B8-ADB5-FE214AB94667}"/>
                </a:ext>
              </a:extLst>
            </p:cNvPr>
            <p:cNvSpPr txBox="1">
              <a:spLocks noChangeArrowheads="1"/>
            </p:cNvSpPr>
            <p:nvPr/>
          </p:nvSpPr>
          <p:spPr bwMode="auto">
            <a:xfrm>
              <a:off x="3552" y="1680"/>
              <a:ext cx="16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endParaRPr lang="en-US" altLang="en-US" sz="2400">
                <a:latin typeface="Times New Roman" panose="02020603050405020304" pitchFamily="18" charset="0"/>
              </a:endParaRPr>
            </a:p>
          </p:txBody>
        </p:sp>
        <p:sp>
          <p:nvSpPr>
            <p:cNvPr id="24606" name="Text Box 17">
              <a:extLst>
                <a:ext uri="{FF2B5EF4-FFF2-40B4-BE49-F238E27FC236}">
                  <a16:creationId xmlns:a16="http://schemas.microsoft.com/office/drawing/2014/main" id="{D3B593AD-111F-627E-7C3B-D194CE1D27AB}"/>
                </a:ext>
              </a:extLst>
            </p:cNvPr>
            <p:cNvSpPr txBox="1">
              <a:spLocks noChangeArrowheads="1"/>
            </p:cNvSpPr>
            <p:nvPr/>
          </p:nvSpPr>
          <p:spPr bwMode="auto">
            <a:xfrm>
              <a:off x="2976" y="168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AR</a:t>
              </a:r>
            </a:p>
          </p:txBody>
        </p:sp>
      </p:grpSp>
      <p:sp>
        <p:nvSpPr>
          <p:cNvPr id="80914" name="Text Box 18">
            <a:extLst>
              <a:ext uri="{FF2B5EF4-FFF2-40B4-BE49-F238E27FC236}">
                <a16:creationId xmlns:a16="http://schemas.microsoft.com/office/drawing/2014/main" id="{ABA4044E-4831-7E8B-2418-2F11157C5707}"/>
              </a:ext>
            </a:extLst>
          </p:cNvPr>
          <p:cNvSpPr txBox="1">
            <a:spLocks noChangeArrowheads="1"/>
          </p:cNvSpPr>
          <p:nvPr/>
        </p:nvSpPr>
        <p:spPr bwMode="auto">
          <a:xfrm>
            <a:off x="5638800" y="2971800"/>
            <a:ext cx="2667000" cy="584200"/>
          </a:xfrm>
          <a:prstGeom prst="rect">
            <a:avLst/>
          </a:prstGeom>
          <a:solidFill>
            <a:schemeClr val="bg1"/>
          </a:solidFill>
          <a:ln w="9525">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a:latin typeface="Times New Roman" panose="02020603050405020304" pitchFamily="18" charset="0"/>
              </a:rPr>
              <a:t>000000000010</a:t>
            </a:r>
          </a:p>
        </p:txBody>
      </p:sp>
      <p:cxnSp>
        <p:nvCxnSpPr>
          <p:cNvPr id="80915" name="AutoShape 19">
            <a:extLst>
              <a:ext uri="{FF2B5EF4-FFF2-40B4-BE49-F238E27FC236}">
                <a16:creationId xmlns:a16="http://schemas.microsoft.com/office/drawing/2014/main" id="{EA757F8E-FCA7-DDE3-04BC-071522C1FAC4}"/>
              </a:ext>
            </a:extLst>
          </p:cNvPr>
          <p:cNvCxnSpPr>
            <a:cxnSpLocks noChangeShapeType="1"/>
          </p:cNvCxnSpPr>
          <p:nvPr/>
        </p:nvCxnSpPr>
        <p:spPr bwMode="auto">
          <a:xfrm flipH="1">
            <a:off x="5638800" y="1828800"/>
            <a:ext cx="2590800" cy="1447800"/>
          </a:xfrm>
          <a:prstGeom prst="bentConnector5">
            <a:avLst>
              <a:gd name="adj1" fmla="val -8824"/>
              <a:gd name="adj2" fmla="val 49889"/>
              <a:gd name="adj3" fmla="val 108824"/>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80916" name="Text Box 20">
            <a:extLst>
              <a:ext uri="{FF2B5EF4-FFF2-40B4-BE49-F238E27FC236}">
                <a16:creationId xmlns:a16="http://schemas.microsoft.com/office/drawing/2014/main" id="{1FF1F2D5-286C-0483-1CDD-B245BC148A22}"/>
              </a:ext>
            </a:extLst>
          </p:cNvPr>
          <p:cNvSpPr txBox="1">
            <a:spLocks noChangeArrowheads="1"/>
          </p:cNvSpPr>
          <p:nvPr/>
        </p:nvSpPr>
        <p:spPr bwMode="auto">
          <a:xfrm>
            <a:off x="152400" y="4876800"/>
            <a:ext cx="4114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3. The Bits of the AR are wired directly to the RAM Address lines to enable loading the memory into the Instruction R.</a:t>
            </a:r>
          </a:p>
        </p:txBody>
      </p:sp>
      <p:sp>
        <p:nvSpPr>
          <p:cNvPr id="80917" name="Text Box 21">
            <a:extLst>
              <a:ext uri="{FF2B5EF4-FFF2-40B4-BE49-F238E27FC236}">
                <a16:creationId xmlns:a16="http://schemas.microsoft.com/office/drawing/2014/main" id="{20DC1E35-52AF-76A0-5BB5-14F5BE5435A2}"/>
              </a:ext>
            </a:extLst>
          </p:cNvPr>
          <p:cNvSpPr txBox="1">
            <a:spLocks noChangeArrowheads="1"/>
          </p:cNvSpPr>
          <p:nvPr/>
        </p:nvSpPr>
        <p:spPr bwMode="auto">
          <a:xfrm>
            <a:off x="4572000" y="4114800"/>
            <a:ext cx="2286000" cy="831850"/>
          </a:xfrm>
          <a:prstGeom prst="rect">
            <a:avLst/>
          </a:prstGeom>
          <a:solidFill>
            <a:schemeClr val="hlink">
              <a:alpha val="50195"/>
            </a:schemeClr>
          </a:solidFill>
          <a:ln w="9525">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Direct access to Memory</a:t>
            </a:r>
          </a:p>
        </p:txBody>
      </p:sp>
      <p:cxnSp>
        <p:nvCxnSpPr>
          <p:cNvPr id="80918" name="AutoShape 22">
            <a:extLst>
              <a:ext uri="{FF2B5EF4-FFF2-40B4-BE49-F238E27FC236}">
                <a16:creationId xmlns:a16="http://schemas.microsoft.com/office/drawing/2014/main" id="{B4530A8F-8BD5-8261-3ADD-EAF8E25D6F1B}"/>
              </a:ext>
            </a:extLst>
          </p:cNvPr>
          <p:cNvCxnSpPr>
            <a:cxnSpLocks noChangeShapeType="1"/>
            <a:stCxn id="80914" idx="2"/>
            <a:endCxn id="80917" idx="0"/>
          </p:cNvCxnSpPr>
          <p:nvPr/>
        </p:nvCxnSpPr>
        <p:spPr bwMode="auto">
          <a:xfrm rot="5400000">
            <a:off x="6064250" y="3206750"/>
            <a:ext cx="558800" cy="1257300"/>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4596" name="Rectangle 24">
            <a:extLst>
              <a:ext uri="{FF2B5EF4-FFF2-40B4-BE49-F238E27FC236}">
                <a16:creationId xmlns:a16="http://schemas.microsoft.com/office/drawing/2014/main" id="{2EA00307-6B96-2B6D-6AE3-E73AC7BDAC57}"/>
              </a:ext>
            </a:extLst>
          </p:cNvPr>
          <p:cNvSpPr>
            <a:spLocks noChangeArrowheads="1"/>
          </p:cNvSpPr>
          <p:nvPr/>
        </p:nvSpPr>
        <p:spPr bwMode="auto">
          <a:xfrm>
            <a:off x="5486400" y="5943600"/>
            <a:ext cx="762000" cy="457200"/>
          </a:xfrm>
          <a:prstGeom prst="rect">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grpSp>
        <p:nvGrpSpPr>
          <p:cNvPr id="24597" name="Group 25">
            <a:extLst>
              <a:ext uri="{FF2B5EF4-FFF2-40B4-BE49-F238E27FC236}">
                <a16:creationId xmlns:a16="http://schemas.microsoft.com/office/drawing/2014/main" id="{52FD3676-5B54-A974-4CB0-A9270A822A5B}"/>
              </a:ext>
            </a:extLst>
          </p:cNvPr>
          <p:cNvGrpSpPr>
            <a:grpSpLocks/>
          </p:cNvGrpSpPr>
          <p:nvPr/>
        </p:nvGrpSpPr>
        <p:grpSpPr bwMode="auto">
          <a:xfrm>
            <a:off x="4495800" y="5943600"/>
            <a:ext cx="3962400" cy="466725"/>
            <a:chOff x="2832" y="2880"/>
            <a:chExt cx="2496" cy="294"/>
          </a:xfrm>
        </p:grpSpPr>
        <p:sp>
          <p:nvSpPr>
            <p:cNvPr id="24603" name="Text Box 26">
              <a:extLst>
                <a:ext uri="{FF2B5EF4-FFF2-40B4-BE49-F238E27FC236}">
                  <a16:creationId xmlns:a16="http://schemas.microsoft.com/office/drawing/2014/main" id="{D207C7D8-5D9B-E017-C2E5-F5996AD4BF27}"/>
                </a:ext>
              </a:extLst>
            </p:cNvPr>
            <p:cNvSpPr txBox="1">
              <a:spLocks noChangeArrowheads="1"/>
            </p:cNvSpPr>
            <p:nvPr/>
          </p:nvSpPr>
          <p:spPr bwMode="auto">
            <a:xfrm>
              <a:off x="3456" y="2880"/>
              <a:ext cx="187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endParaRPr lang="en-US" altLang="en-US" sz="2400">
                <a:latin typeface="Times New Roman" panose="02020603050405020304" pitchFamily="18" charset="0"/>
              </a:endParaRPr>
            </a:p>
          </p:txBody>
        </p:sp>
        <p:sp>
          <p:nvSpPr>
            <p:cNvPr id="24604" name="Text Box 27">
              <a:extLst>
                <a:ext uri="{FF2B5EF4-FFF2-40B4-BE49-F238E27FC236}">
                  <a16:creationId xmlns:a16="http://schemas.microsoft.com/office/drawing/2014/main" id="{17CF8BC1-51A0-CEA3-B103-8D7ECCFBD48F}"/>
                </a:ext>
              </a:extLst>
            </p:cNvPr>
            <p:cNvSpPr txBox="1">
              <a:spLocks noChangeArrowheads="1"/>
            </p:cNvSpPr>
            <p:nvPr/>
          </p:nvSpPr>
          <p:spPr bwMode="auto">
            <a:xfrm>
              <a:off x="2832" y="288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  IR</a:t>
              </a:r>
            </a:p>
          </p:txBody>
        </p:sp>
      </p:grpSp>
      <p:cxnSp>
        <p:nvCxnSpPr>
          <p:cNvPr id="80924" name="AutoShape 28">
            <a:extLst>
              <a:ext uri="{FF2B5EF4-FFF2-40B4-BE49-F238E27FC236}">
                <a16:creationId xmlns:a16="http://schemas.microsoft.com/office/drawing/2014/main" id="{A4D04A7C-7EE2-7F67-C790-D6953A032295}"/>
              </a:ext>
            </a:extLst>
          </p:cNvPr>
          <p:cNvCxnSpPr>
            <a:cxnSpLocks noChangeShapeType="1"/>
            <a:stCxn id="80917" idx="3"/>
            <a:endCxn id="24603" idx="0"/>
          </p:cNvCxnSpPr>
          <p:nvPr/>
        </p:nvCxnSpPr>
        <p:spPr bwMode="auto">
          <a:xfrm>
            <a:off x="6858000" y="4530725"/>
            <a:ext cx="114300" cy="1412875"/>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80925" name="Text Box 29">
            <a:extLst>
              <a:ext uri="{FF2B5EF4-FFF2-40B4-BE49-F238E27FC236}">
                <a16:creationId xmlns:a16="http://schemas.microsoft.com/office/drawing/2014/main" id="{44A8E9AC-13E8-0CE9-2D88-8E6483CCDAF8}"/>
              </a:ext>
            </a:extLst>
          </p:cNvPr>
          <p:cNvSpPr txBox="1">
            <a:spLocks noChangeArrowheads="1"/>
          </p:cNvSpPr>
          <p:nvPr/>
        </p:nvSpPr>
        <p:spPr bwMode="auto">
          <a:xfrm>
            <a:off x="5410200" y="5943600"/>
            <a:ext cx="3048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800">
                <a:latin typeface="Times New Roman" panose="02020603050405020304" pitchFamily="18" charset="0"/>
              </a:rPr>
              <a:t>1010101010101010</a:t>
            </a:r>
          </a:p>
        </p:txBody>
      </p:sp>
      <p:sp>
        <p:nvSpPr>
          <p:cNvPr id="80926" name="Text Box 30">
            <a:extLst>
              <a:ext uri="{FF2B5EF4-FFF2-40B4-BE49-F238E27FC236}">
                <a16:creationId xmlns:a16="http://schemas.microsoft.com/office/drawing/2014/main" id="{635A610F-81C3-38E4-78A9-BB45589AE8CF}"/>
              </a:ext>
            </a:extLst>
          </p:cNvPr>
          <p:cNvSpPr txBox="1">
            <a:spLocks noChangeArrowheads="1"/>
          </p:cNvSpPr>
          <p:nvPr/>
        </p:nvSpPr>
        <p:spPr bwMode="auto">
          <a:xfrm>
            <a:off x="152400" y="1447800"/>
            <a:ext cx="4267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3500" indent="-635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The Program Counter points to the next address of the program</a:t>
            </a:r>
          </a:p>
        </p:txBody>
      </p:sp>
      <p:sp>
        <p:nvSpPr>
          <p:cNvPr id="24601" name="Line 32">
            <a:extLst>
              <a:ext uri="{FF2B5EF4-FFF2-40B4-BE49-F238E27FC236}">
                <a16:creationId xmlns:a16="http://schemas.microsoft.com/office/drawing/2014/main" id="{A2FE2907-7E30-BAEE-A229-DC2FCA95BF07}"/>
              </a:ext>
            </a:extLst>
          </p:cNvPr>
          <p:cNvSpPr>
            <a:spLocks noChangeShapeType="1"/>
          </p:cNvSpPr>
          <p:nvPr/>
        </p:nvSpPr>
        <p:spPr bwMode="auto">
          <a:xfrm>
            <a:off x="4343400" y="13716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2" name="Line 33">
            <a:extLst>
              <a:ext uri="{FF2B5EF4-FFF2-40B4-BE49-F238E27FC236}">
                <a16:creationId xmlns:a16="http://schemas.microsoft.com/office/drawing/2014/main" id="{71D47B07-3B6E-D162-46E7-5A28A01FB26A}"/>
              </a:ext>
            </a:extLst>
          </p:cNvPr>
          <p:cNvSpPr>
            <a:spLocks noChangeShapeType="1"/>
          </p:cNvSpPr>
          <p:nvPr/>
        </p:nvSpPr>
        <p:spPr bwMode="auto">
          <a:xfrm flipV="1">
            <a:off x="8534400" y="1066800"/>
            <a:ext cx="0" cy="2286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0899"/>
                                        </p:tgtEl>
                                        <p:attrNameLst>
                                          <p:attrName>style.visibility</p:attrName>
                                        </p:attrNameLst>
                                      </p:cBhvr>
                                      <p:to>
                                        <p:strVal val="visible"/>
                                      </p:to>
                                    </p:set>
                                    <p:anim calcmode="lin" valueType="num">
                                      <p:cBhvr additive="base">
                                        <p:cTn id="7" dur="500" fill="hold"/>
                                        <p:tgtEl>
                                          <p:spTgt spid="80899"/>
                                        </p:tgtEl>
                                        <p:attrNameLst>
                                          <p:attrName>ppt_x</p:attrName>
                                        </p:attrNameLst>
                                      </p:cBhvr>
                                      <p:tavLst>
                                        <p:tav tm="0">
                                          <p:val>
                                            <p:strVal val="0-#ppt_w/2"/>
                                          </p:val>
                                        </p:tav>
                                        <p:tav tm="100000">
                                          <p:val>
                                            <p:strVal val="#ppt_x"/>
                                          </p:val>
                                        </p:tav>
                                      </p:tavLst>
                                    </p:anim>
                                    <p:anim calcmode="lin" valueType="num">
                                      <p:cBhvr additive="base">
                                        <p:cTn id="8" dur="500" fill="hold"/>
                                        <p:tgtEl>
                                          <p:spTgt spid="808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80909"/>
                                        </p:tgtEl>
                                        <p:attrNameLst>
                                          <p:attrName>style.visibility</p:attrName>
                                        </p:attrNameLst>
                                      </p:cBhvr>
                                      <p:to>
                                        <p:strVal val="visible"/>
                                      </p:to>
                                    </p:set>
                                    <p:animEffect transition="in" filter="blinds(horizontal)">
                                      <p:cBhvr>
                                        <p:cTn id="13" dur="500"/>
                                        <p:tgtEl>
                                          <p:spTgt spid="8090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80910"/>
                                        </p:tgtEl>
                                        <p:attrNameLst>
                                          <p:attrName>style.visibility</p:attrName>
                                        </p:attrNameLst>
                                      </p:cBhvr>
                                      <p:to>
                                        <p:strVal val="visible"/>
                                      </p:to>
                                    </p:set>
                                    <p:anim calcmode="lin" valueType="num">
                                      <p:cBhvr additive="base">
                                        <p:cTn id="18" dur="500" fill="hold"/>
                                        <p:tgtEl>
                                          <p:spTgt spid="80910"/>
                                        </p:tgtEl>
                                        <p:attrNameLst>
                                          <p:attrName>ppt_x</p:attrName>
                                        </p:attrNameLst>
                                      </p:cBhvr>
                                      <p:tavLst>
                                        <p:tav tm="0">
                                          <p:val>
                                            <p:strVal val="0-#ppt_w/2"/>
                                          </p:val>
                                        </p:tav>
                                        <p:tav tm="100000">
                                          <p:val>
                                            <p:strVal val="#ppt_x"/>
                                          </p:val>
                                        </p:tav>
                                      </p:tavLst>
                                    </p:anim>
                                    <p:anim calcmode="lin" valueType="num">
                                      <p:cBhvr additive="base">
                                        <p:cTn id="19" dur="500" fill="hold"/>
                                        <p:tgtEl>
                                          <p:spTgt spid="80910"/>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0-#ppt_w/2"/>
                                          </p:val>
                                        </p:tav>
                                        <p:tav tm="100000">
                                          <p:val>
                                            <p:strVal val="#ppt_x"/>
                                          </p:val>
                                        </p:tav>
                                      </p:tavLst>
                                    </p:anim>
                                    <p:anim calcmode="lin" valueType="num">
                                      <p:cBhvr additive="base">
                                        <p:cTn id="25"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80915"/>
                                        </p:tgtEl>
                                        <p:attrNameLst>
                                          <p:attrName>style.visibility</p:attrName>
                                        </p:attrNameLst>
                                      </p:cBhvr>
                                      <p:to>
                                        <p:strVal val="visible"/>
                                      </p:to>
                                    </p:set>
                                    <p:animEffect transition="in" filter="wipe(up)">
                                      <p:cBhvr>
                                        <p:cTn id="30" dur="500"/>
                                        <p:tgtEl>
                                          <p:spTgt spid="8091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80914"/>
                                        </p:tgtEl>
                                        <p:attrNameLst>
                                          <p:attrName>style.visibility</p:attrName>
                                        </p:attrNameLst>
                                      </p:cBhvr>
                                      <p:to>
                                        <p:strVal val="visible"/>
                                      </p:to>
                                    </p:set>
                                    <p:animEffect transition="in" filter="blinds(horizontal)">
                                      <p:cBhvr>
                                        <p:cTn id="35" dur="500"/>
                                        <p:tgtEl>
                                          <p:spTgt spid="8091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nodeType="clickEffect">
                                  <p:stCondLst>
                                    <p:cond delay="0"/>
                                  </p:stCondLst>
                                  <p:childTnLst>
                                    <p:set>
                                      <p:cBhvr>
                                        <p:cTn id="39" dur="1" fill="hold">
                                          <p:stCondLst>
                                            <p:cond delay="0"/>
                                          </p:stCondLst>
                                        </p:cTn>
                                        <p:tgtEl>
                                          <p:spTgt spid="80916"/>
                                        </p:tgtEl>
                                        <p:attrNameLst>
                                          <p:attrName>style.visibility</p:attrName>
                                        </p:attrNameLst>
                                      </p:cBhvr>
                                      <p:to>
                                        <p:strVal val="visible"/>
                                      </p:to>
                                    </p:set>
                                    <p:anim calcmode="lin" valueType="num">
                                      <p:cBhvr additive="base">
                                        <p:cTn id="40" dur="500" fill="hold"/>
                                        <p:tgtEl>
                                          <p:spTgt spid="80916"/>
                                        </p:tgtEl>
                                        <p:attrNameLst>
                                          <p:attrName>ppt_x</p:attrName>
                                        </p:attrNameLst>
                                      </p:cBhvr>
                                      <p:tavLst>
                                        <p:tav tm="0">
                                          <p:val>
                                            <p:strVal val="0-#ppt_w/2"/>
                                          </p:val>
                                        </p:tav>
                                        <p:tav tm="100000">
                                          <p:val>
                                            <p:strVal val="#ppt_x"/>
                                          </p:val>
                                        </p:tav>
                                      </p:tavLst>
                                    </p:anim>
                                    <p:anim calcmode="lin" valueType="num">
                                      <p:cBhvr additive="base">
                                        <p:cTn id="41" dur="500" fill="hold"/>
                                        <p:tgtEl>
                                          <p:spTgt spid="80916"/>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8" fill="hold" nodeType="clickEffect">
                                  <p:stCondLst>
                                    <p:cond delay="0"/>
                                  </p:stCondLst>
                                  <p:childTnLst>
                                    <p:set>
                                      <p:cBhvr>
                                        <p:cTn id="45" dur="1" fill="hold">
                                          <p:stCondLst>
                                            <p:cond delay="0"/>
                                          </p:stCondLst>
                                        </p:cTn>
                                        <p:tgtEl>
                                          <p:spTgt spid="80917"/>
                                        </p:tgtEl>
                                        <p:attrNameLst>
                                          <p:attrName>style.visibility</p:attrName>
                                        </p:attrNameLst>
                                      </p:cBhvr>
                                      <p:to>
                                        <p:strVal val="visible"/>
                                      </p:to>
                                    </p:set>
                                    <p:anim calcmode="lin" valueType="num">
                                      <p:cBhvr additive="base">
                                        <p:cTn id="46" dur="500" fill="hold"/>
                                        <p:tgtEl>
                                          <p:spTgt spid="80917"/>
                                        </p:tgtEl>
                                        <p:attrNameLst>
                                          <p:attrName>ppt_x</p:attrName>
                                        </p:attrNameLst>
                                      </p:cBhvr>
                                      <p:tavLst>
                                        <p:tav tm="0">
                                          <p:val>
                                            <p:strVal val="0-#ppt_w/2"/>
                                          </p:val>
                                        </p:tav>
                                        <p:tav tm="100000">
                                          <p:val>
                                            <p:strVal val="#ppt_x"/>
                                          </p:val>
                                        </p:tav>
                                      </p:tavLst>
                                    </p:anim>
                                    <p:anim calcmode="lin" valueType="num">
                                      <p:cBhvr additive="base">
                                        <p:cTn id="47" dur="500" fill="hold"/>
                                        <p:tgtEl>
                                          <p:spTgt spid="80917"/>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80918"/>
                                        </p:tgtEl>
                                        <p:attrNameLst>
                                          <p:attrName>style.visibility</p:attrName>
                                        </p:attrNameLst>
                                      </p:cBhvr>
                                      <p:to>
                                        <p:strVal val="visible"/>
                                      </p:to>
                                    </p:set>
                                    <p:animEffect transition="in" filter="wipe(up)">
                                      <p:cBhvr>
                                        <p:cTn id="52" dur="500"/>
                                        <p:tgtEl>
                                          <p:spTgt spid="8091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80924"/>
                                        </p:tgtEl>
                                        <p:attrNameLst>
                                          <p:attrName>style.visibility</p:attrName>
                                        </p:attrNameLst>
                                      </p:cBhvr>
                                      <p:to>
                                        <p:strVal val="visible"/>
                                      </p:to>
                                    </p:set>
                                    <p:animEffect transition="in" filter="wipe(up)">
                                      <p:cBhvr>
                                        <p:cTn id="57" dur="500"/>
                                        <p:tgtEl>
                                          <p:spTgt spid="8092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80925"/>
                                        </p:tgtEl>
                                        <p:attrNameLst>
                                          <p:attrName>style.visibility</p:attrName>
                                        </p:attrNameLst>
                                      </p:cBhvr>
                                      <p:to>
                                        <p:strVal val="visible"/>
                                      </p:to>
                                    </p:set>
                                    <p:animEffect transition="in" filter="blinds(horizontal)">
                                      <p:cBhvr>
                                        <p:cTn id="62" dur="500"/>
                                        <p:tgtEl>
                                          <p:spTgt spid="8092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nodeType="clickEffect">
                                  <p:stCondLst>
                                    <p:cond delay="0"/>
                                  </p:stCondLst>
                                  <p:childTnLst>
                                    <p:set>
                                      <p:cBhvr>
                                        <p:cTn id="66" dur="1" fill="hold">
                                          <p:stCondLst>
                                            <p:cond delay="0"/>
                                          </p:stCondLst>
                                        </p:cTn>
                                        <p:tgtEl>
                                          <p:spTgt spid="80926"/>
                                        </p:tgtEl>
                                        <p:attrNameLst>
                                          <p:attrName>style.visibility</p:attrName>
                                        </p:attrNameLst>
                                      </p:cBhvr>
                                      <p:to>
                                        <p:strVal val="visible"/>
                                      </p:to>
                                    </p:set>
                                    <p:anim calcmode="lin" valueType="num">
                                      <p:cBhvr additive="base">
                                        <p:cTn id="67" dur="500" fill="hold"/>
                                        <p:tgtEl>
                                          <p:spTgt spid="80926"/>
                                        </p:tgtEl>
                                        <p:attrNameLst>
                                          <p:attrName>ppt_x</p:attrName>
                                        </p:attrNameLst>
                                      </p:cBhvr>
                                      <p:tavLst>
                                        <p:tav tm="0">
                                          <p:val>
                                            <p:strVal val="0-#ppt_w/2"/>
                                          </p:val>
                                        </p:tav>
                                        <p:tav tm="100000">
                                          <p:val>
                                            <p:strVal val="#ppt_x"/>
                                          </p:val>
                                        </p:tav>
                                      </p:tavLst>
                                    </p:anim>
                                    <p:anim calcmode="lin" valueType="num">
                                      <p:cBhvr additive="base">
                                        <p:cTn id="68" dur="500" fill="hold"/>
                                        <p:tgtEl>
                                          <p:spTgt spid="809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autoUpdateAnimBg="0"/>
      <p:bldP spid="80909" grpId="0" animBg="1" autoUpdateAnimBg="0"/>
      <p:bldP spid="80910" grpId="0" autoUpdateAnimBg="0"/>
      <p:bldP spid="80914" grpId="0" animBg="1" autoUpdateAnimBg="0"/>
      <p:bldP spid="80916" grpId="0" autoUpdateAnimBg="0"/>
      <p:bldP spid="80917" grpId="0" animBg="1" autoUpdateAnimBg="0"/>
      <p:bldP spid="80925" grpId="0" autoUpdateAnimBg="0"/>
      <p:bldP spid="80926"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3FA9382F-80B5-B134-1324-415B2836D34D}"/>
              </a:ext>
            </a:extLst>
          </p:cNvPr>
          <p:cNvSpPr>
            <a:spLocks noGrp="1" noChangeArrowheads="1"/>
          </p:cNvSpPr>
          <p:nvPr>
            <p:ph type="title"/>
          </p:nvPr>
        </p:nvSpPr>
        <p:spPr/>
        <p:txBody>
          <a:bodyPr/>
          <a:lstStyle/>
          <a:p>
            <a:pPr eaLnBrk="1" hangingPunct="1"/>
            <a:r>
              <a:rPr lang="en-US" altLang="en-US"/>
              <a:t>Direct address</a:t>
            </a:r>
          </a:p>
        </p:txBody>
      </p:sp>
      <p:sp>
        <p:nvSpPr>
          <p:cNvPr id="81938" name="Text Box 18">
            <a:extLst>
              <a:ext uri="{FF2B5EF4-FFF2-40B4-BE49-F238E27FC236}">
                <a16:creationId xmlns:a16="http://schemas.microsoft.com/office/drawing/2014/main" id="{672C52FD-30AC-8FD9-012F-291B5F461E53}"/>
              </a:ext>
            </a:extLst>
          </p:cNvPr>
          <p:cNvSpPr txBox="1">
            <a:spLocks noChangeArrowheads="1"/>
          </p:cNvSpPr>
          <p:nvPr/>
        </p:nvSpPr>
        <p:spPr bwMode="auto">
          <a:xfrm>
            <a:off x="1600200" y="4419600"/>
            <a:ext cx="59578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2. Address is selected in memory and its Data placed on the bus to be loaded into the Data Register to be used for requested instructions</a:t>
            </a:r>
          </a:p>
        </p:txBody>
      </p:sp>
      <p:sp>
        <p:nvSpPr>
          <p:cNvPr id="81929" name="Text Box 9">
            <a:extLst>
              <a:ext uri="{FF2B5EF4-FFF2-40B4-BE49-F238E27FC236}">
                <a16:creationId xmlns:a16="http://schemas.microsoft.com/office/drawing/2014/main" id="{A508A3E5-0A7D-ADE6-0FAF-3C23CECEE514}"/>
              </a:ext>
            </a:extLst>
          </p:cNvPr>
          <p:cNvSpPr txBox="1">
            <a:spLocks noChangeArrowheads="1"/>
          </p:cNvSpPr>
          <p:nvPr/>
        </p:nvSpPr>
        <p:spPr bwMode="auto">
          <a:xfrm>
            <a:off x="1371600" y="2057400"/>
            <a:ext cx="6553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Occurs When the Operand Part Contains the Address of Needed Data.</a:t>
            </a:r>
          </a:p>
        </p:txBody>
      </p:sp>
      <p:sp>
        <p:nvSpPr>
          <p:cNvPr id="81930" name="Text Box 10">
            <a:extLst>
              <a:ext uri="{FF2B5EF4-FFF2-40B4-BE49-F238E27FC236}">
                <a16:creationId xmlns:a16="http://schemas.microsoft.com/office/drawing/2014/main" id="{89BFFF15-0DC7-AE98-07F2-635F1B39E8CA}"/>
              </a:ext>
            </a:extLst>
          </p:cNvPr>
          <p:cNvSpPr txBox="1">
            <a:spLocks noChangeArrowheads="1"/>
          </p:cNvSpPr>
          <p:nvPr/>
        </p:nvSpPr>
        <p:spPr bwMode="auto">
          <a:xfrm>
            <a:off x="1600200" y="3124200"/>
            <a:ext cx="59578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1. Address part of IR is placed on the bus and loaded back into the AR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1938"/>
                                        </p:tgtEl>
                                        <p:attrNameLst>
                                          <p:attrName>style.visibility</p:attrName>
                                        </p:attrNameLst>
                                      </p:cBhvr>
                                      <p:to>
                                        <p:strVal val="visible"/>
                                      </p:to>
                                    </p:set>
                                    <p:anim calcmode="lin" valueType="num">
                                      <p:cBhvr additive="base">
                                        <p:cTn id="7" dur="500" fill="hold"/>
                                        <p:tgtEl>
                                          <p:spTgt spid="81938"/>
                                        </p:tgtEl>
                                        <p:attrNameLst>
                                          <p:attrName>ppt_x</p:attrName>
                                        </p:attrNameLst>
                                      </p:cBhvr>
                                      <p:tavLst>
                                        <p:tav tm="0">
                                          <p:val>
                                            <p:strVal val="0-#ppt_w/2"/>
                                          </p:val>
                                        </p:tav>
                                        <p:tav tm="100000">
                                          <p:val>
                                            <p:strVal val="#ppt_x"/>
                                          </p:val>
                                        </p:tav>
                                      </p:tavLst>
                                    </p:anim>
                                    <p:anim calcmode="lin" valueType="num">
                                      <p:cBhvr additive="base">
                                        <p:cTn id="8" dur="500" fill="hold"/>
                                        <p:tgtEl>
                                          <p:spTgt spid="8193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1929"/>
                                        </p:tgtEl>
                                        <p:attrNameLst>
                                          <p:attrName>style.visibility</p:attrName>
                                        </p:attrNameLst>
                                      </p:cBhvr>
                                      <p:to>
                                        <p:strVal val="visible"/>
                                      </p:to>
                                    </p:set>
                                    <p:anim calcmode="lin" valueType="num">
                                      <p:cBhvr additive="base">
                                        <p:cTn id="13" dur="500" fill="hold"/>
                                        <p:tgtEl>
                                          <p:spTgt spid="81929"/>
                                        </p:tgtEl>
                                        <p:attrNameLst>
                                          <p:attrName>ppt_x</p:attrName>
                                        </p:attrNameLst>
                                      </p:cBhvr>
                                      <p:tavLst>
                                        <p:tav tm="0">
                                          <p:val>
                                            <p:strVal val="0-#ppt_w/2"/>
                                          </p:val>
                                        </p:tav>
                                        <p:tav tm="100000">
                                          <p:val>
                                            <p:strVal val="#ppt_x"/>
                                          </p:val>
                                        </p:tav>
                                      </p:tavLst>
                                    </p:anim>
                                    <p:anim calcmode="lin" valueType="num">
                                      <p:cBhvr additive="base">
                                        <p:cTn id="14" dur="500" fill="hold"/>
                                        <p:tgtEl>
                                          <p:spTgt spid="8192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81930"/>
                                        </p:tgtEl>
                                        <p:attrNameLst>
                                          <p:attrName>style.visibility</p:attrName>
                                        </p:attrNameLst>
                                      </p:cBhvr>
                                      <p:to>
                                        <p:strVal val="visible"/>
                                      </p:to>
                                    </p:set>
                                    <p:anim calcmode="lin" valueType="num">
                                      <p:cBhvr additive="base">
                                        <p:cTn id="19" dur="500" fill="hold"/>
                                        <p:tgtEl>
                                          <p:spTgt spid="81930"/>
                                        </p:tgtEl>
                                        <p:attrNameLst>
                                          <p:attrName>ppt_x</p:attrName>
                                        </p:attrNameLst>
                                      </p:cBhvr>
                                      <p:tavLst>
                                        <p:tav tm="0">
                                          <p:val>
                                            <p:strVal val="0-#ppt_w/2"/>
                                          </p:val>
                                        </p:tav>
                                        <p:tav tm="100000">
                                          <p:val>
                                            <p:strVal val="#ppt_x"/>
                                          </p:val>
                                        </p:tav>
                                      </p:tavLst>
                                    </p:anim>
                                    <p:anim calcmode="lin" valueType="num">
                                      <p:cBhvr additive="base">
                                        <p:cTn id="20" dur="500" fill="hold"/>
                                        <p:tgtEl>
                                          <p:spTgt spid="819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8" grpId="0" autoUpdateAnimBg="0"/>
      <p:bldP spid="81929" grpId="0" autoUpdateAnimBg="0"/>
      <p:bldP spid="81930"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a:extLst>
              <a:ext uri="{FF2B5EF4-FFF2-40B4-BE49-F238E27FC236}">
                <a16:creationId xmlns:a16="http://schemas.microsoft.com/office/drawing/2014/main" id="{4821E6BC-C76B-EEAD-28BB-D09E067943E0}"/>
              </a:ext>
            </a:extLst>
          </p:cNvPr>
          <p:cNvSpPr>
            <a:spLocks noGrp="1" noChangeArrowheads="1"/>
          </p:cNvSpPr>
          <p:nvPr>
            <p:ph type="title"/>
          </p:nvPr>
        </p:nvSpPr>
        <p:spPr/>
        <p:txBody>
          <a:bodyPr/>
          <a:lstStyle/>
          <a:p>
            <a:pPr eaLnBrk="1" hangingPunct="1"/>
            <a:r>
              <a:rPr lang="en-US" altLang="en-US"/>
              <a:t>Direct address</a:t>
            </a:r>
          </a:p>
        </p:txBody>
      </p:sp>
      <p:pic>
        <p:nvPicPr>
          <p:cNvPr id="26627" name="Picture 7">
            <a:extLst>
              <a:ext uri="{FF2B5EF4-FFF2-40B4-BE49-F238E27FC236}">
                <a16:creationId xmlns:a16="http://schemas.microsoft.com/office/drawing/2014/main" id="{1851A40F-A7E1-4798-91A7-33A07D9661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133600"/>
            <a:ext cx="4033838"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a:extLst>
              <a:ext uri="{FF2B5EF4-FFF2-40B4-BE49-F238E27FC236}">
                <a16:creationId xmlns:a16="http://schemas.microsoft.com/office/drawing/2014/main" id="{8BA8823A-C2CD-F5C1-B8F4-7C498A5CEB65}"/>
              </a:ext>
            </a:extLst>
          </p:cNvPr>
          <p:cNvSpPr>
            <a:spLocks noGrp="1" noChangeArrowheads="1"/>
          </p:cNvSpPr>
          <p:nvPr>
            <p:ph type="title"/>
          </p:nvPr>
        </p:nvSpPr>
        <p:spPr/>
        <p:txBody>
          <a:bodyPr/>
          <a:lstStyle/>
          <a:p>
            <a:pPr eaLnBrk="1" hangingPunct="1"/>
            <a:r>
              <a:rPr lang="en-US" altLang="en-US"/>
              <a:t>Indirect address</a:t>
            </a:r>
          </a:p>
        </p:txBody>
      </p:sp>
      <p:sp>
        <p:nvSpPr>
          <p:cNvPr id="82968" name="Text Box 24">
            <a:extLst>
              <a:ext uri="{FF2B5EF4-FFF2-40B4-BE49-F238E27FC236}">
                <a16:creationId xmlns:a16="http://schemas.microsoft.com/office/drawing/2014/main" id="{0E8781C6-7462-FABD-BD24-79539EDD4D52}"/>
              </a:ext>
            </a:extLst>
          </p:cNvPr>
          <p:cNvSpPr txBox="1">
            <a:spLocks noChangeArrowheads="1"/>
          </p:cNvSpPr>
          <p:nvPr/>
        </p:nvSpPr>
        <p:spPr bwMode="auto">
          <a:xfrm>
            <a:off x="1447800" y="5334000"/>
            <a:ext cx="6400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3. New Address is selected in memory and placed on the bus to be loaded into the DR to use later</a:t>
            </a:r>
          </a:p>
        </p:txBody>
      </p:sp>
      <p:sp>
        <p:nvSpPr>
          <p:cNvPr id="82961" name="Text Box 17">
            <a:extLst>
              <a:ext uri="{FF2B5EF4-FFF2-40B4-BE49-F238E27FC236}">
                <a16:creationId xmlns:a16="http://schemas.microsoft.com/office/drawing/2014/main" id="{0A7B8B96-702A-2753-8A15-C982E39C7CA7}"/>
              </a:ext>
            </a:extLst>
          </p:cNvPr>
          <p:cNvSpPr txBox="1">
            <a:spLocks noChangeArrowheads="1"/>
          </p:cNvSpPr>
          <p:nvPr/>
        </p:nvSpPr>
        <p:spPr bwMode="auto">
          <a:xfrm>
            <a:off x="1447800" y="4191000"/>
            <a:ext cx="6400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2. Address is selected in memory and placed on the bus to be loaded Back into the AR</a:t>
            </a:r>
          </a:p>
        </p:txBody>
      </p:sp>
      <p:sp>
        <p:nvSpPr>
          <p:cNvPr id="82953" name="Text Box 9">
            <a:extLst>
              <a:ext uri="{FF2B5EF4-FFF2-40B4-BE49-F238E27FC236}">
                <a16:creationId xmlns:a16="http://schemas.microsoft.com/office/drawing/2014/main" id="{B4DC445D-DC0B-7895-FCB8-405537FCC803}"/>
              </a:ext>
            </a:extLst>
          </p:cNvPr>
          <p:cNvSpPr txBox="1">
            <a:spLocks noChangeArrowheads="1"/>
          </p:cNvSpPr>
          <p:nvPr/>
        </p:nvSpPr>
        <p:spPr bwMode="auto">
          <a:xfrm>
            <a:off x="1219200" y="2133600"/>
            <a:ext cx="69135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Occurs When the Operand Contains the Address of  the Address of Needed Data.</a:t>
            </a:r>
          </a:p>
        </p:txBody>
      </p:sp>
      <p:sp>
        <p:nvSpPr>
          <p:cNvPr id="82954" name="Text Box 10">
            <a:extLst>
              <a:ext uri="{FF2B5EF4-FFF2-40B4-BE49-F238E27FC236}">
                <a16:creationId xmlns:a16="http://schemas.microsoft.com/office/drawing/2014/main" id="{57568112-2426-EE92-34B7-918EAFEB235C}"/>
              </a:ext>
            </a:extLst>
          </p:cNvPr>
          <p:cNvSpPr txBox="1">
            <a:spLocks noChangeArrowheads="1"/>
          </p:cNvSpPr>
          <p:nvPr/>
        </p:nvSpPr>
        <p:spPr bwMode="auto">
          <a:xfrm>
            <a:off x="1447800" y="3124200"/>
            <a:ext cx="6400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1. Address part of IR is placed on the bus and loaded back into the AR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2968"/>
                                        </p:tgtEl>
                                        <p:attrNameLst>
                                          <p:attrName>style.visibility</p:attrName>
                                        </p:attrNameLst>
                                      </p:cBhvr>
                                      <p:to>
                                        <p:strVal val="visible"/>
                                      </p:to>
                                    </p:set>
                                    <p:anim calcmode="lin" valueType="num">
                                      <p:cBhvr additive="base">
                                        <p:cTn id="7" dur="500" fill="hold"/>
                                        <p:tgtEl>
                                          <p:spTgt spid="82968"/>
                                        </p:tgtEl>
                                        <p:attrNameLst>
                                          <p:attrName>ppt_x</p:attrName>
                                        </p:attrNameLst>
                                      </p:cBhvr>
                                      <p:tavLst>
                                        <p:tav tm="0">
                                          <p:val>
                                            <p:strVal val="0-#ppt_w/2"/>
                                          </p:val>
                                        </p:tav>
                                        <p:tav tm="100000">
                                          <p:val>
                                            <p:strVal val="#ppt_x"/>
                                          </p:val>
                                        </p:tav>
                                      </p:tavLst>
                                    </p:anim>
                                    <p:anim calcmode="lin" valueType="num">
                                      <p:cBhvr additive="base">
                                        <p:cTn id="8" dur="500" fill="hold"/>
                                        <p:tgtEl>
                                          <p:spTgt spid="8296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2961"/>
                                        </p:tgtEl>
                                        <p:attrNameLst>
                                          <p:attrName>style.visibility</p:attrName>
                                        </p:attrNameLst>
                                      </p:cBhvr>
                                      <p:to>
                                        <p:strVal val="visible"/>
                                      </p:to>
                                    </p:set>
                                    <p:anim calcmode="lin" valueType="num">
                                      <p:cBhvr additive="base">
                                        <p:cTn id="13" dur="500" fill="hold"/>
                                        <p:tgtEl>
                                          <p:spTgt spid="82961"/>
                                        </p:tgtEl>
                                        <p:attrNameLst>
                                          <p:attrName>ppt_x</p:attrName>
                                        </p:attrNameLst>
                                      </p:cBhvr>
                                      <p:tavLst>
                                        <p:tav tm="0">
                                          <p:val>
                                            <p:strVal val="0-#ppt_w/2"/>
                                          </p:val>
                                        </p:tav>
                                        <p:tav tm="100000">
                                          <p:val>
                                            <p:strVal val="#ppt_x"/>
                                          </p:val>
                                        </p:tav>
                                      </p:tavLst>
                                    </p:anim>
                                    <p:anim calcmode="lin" valueType="num">
                                      <p:cBhvr additive="base">
                                        <p:cTn id="14" dur="500" fill="hold"/>
                                        <p:tgtEl>
                                          <p:spTgt spid="8296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82953"/>
                                        </p:tgtEl>
                                        <p:attrNameLst>
                                          <p:attrName>style.visibility</p:attrName>
                                        </p:attrNameLst>
                                      </p:cBhvr>
                                      <p:to>
                                        <p:strVal val="visible"/>
                                      </p:to>
                                    </p:set>
                                    <p:anim calcmode="lin" valueType="num">
                                      <p:cBhvr additive="base">
                                        <p:cTn id="19" dur="500" fill="hold"/>
                                        <p:tgtEl>
                                          <p:spTgt spid="82953"/>
                                        </p:tgtEl>
                                        <p:attrNameLst>
                                          <p:attrName>ppt_x</p:attrName>
                                        </p:attrNameLst>
                                      </p:cBhvr>
                                      <p:tavLst>
                                        <p:tav tm="0">
                                          <p:val>
                                            <p:strVal val="0-#ppt_w/2"/>
                                          </p:val>
                                        </p:tav>
                                        <p:tav tm="100000">
                                          <p:val>
                                            <p:strVal val="#ppt_x"/>
                                          </p:val>
                                        </p:tav>
                                      </p:tavLst>
                                    </p:anim>
                                    <p:anim calcmode="lin" valueType="num">
                                      <p:cBhvr additive="base">
                                        <p:cTn id="20" dur="500" fill="hold"/>
                                        <p:tgtEl>
                                          <p:spTgt spid="8295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82954"/>
                                        </p:tgtEl>
                                        <p:attrNameLst>
                                          <p:attrName>style.visibility</p:attrName>
                                        </p:attrNameLst>
                                      </p:cBhvr>
                                      <p:to>
                                        <p:strVal val="visible"/>
                                      </p:to>
                                    </p:set>
                                    <p:anim calcmode="lin" valueType="num">
                                      <p:cBhvr additive="base">
                                        <p:cTn id="25" dur="500" fill="hold"/>
                                        <p:tgtEl>
                                          <p:spTgt spid="82954"/>
                                        </p:tgtEl>
                                        <p:attrNameLst>
                                          <p:attrName>ppt_x</p:attrName>
                                        </p:attrNameLst>
                                      </p:cBhvr>
                                      <p:tavLst>
                                        <p:tav tm="0">
                                          <p:val>
                                            <p:strVal val="0-#ppt_w/2"/>
                                          </p:val>
                                        </p:tav>
                                        <p:tav tm="100000">
                                          <p:val>
                                            <p:strVal val="#ppt_x"/>
                                          </p:val>
                                        </p:tav>
                                      </p:tavLst>
                                    </p:anim>
                                    <p:anim calcmode="lin" valueType="num">
                                      <p:cBhvr additive="base">
                                        <p:cTn id="26" dur="500" fill="hold"/>
                                        <p:tgtEl>
                                          <p:spTgt spid="829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68" grpId="0" autoUpdateAnimBg="0"/>
      <p:bldP spid="82961" grpId="0" autoUpdateAnimBg="0"/>
      <p:bldP spid="82953" grpId="0" autoUpdateAnimBg="0"/>
      <p:bldP spid="82954"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4D43AEE-1AF1-E83D-D814-300BF2E063C0}"/>
              </a:ext>
            </a:extLst>
          </p:cNvPr>
          <p:cNvSpPr>
            <a:spLocks noGrp="1" noChangeArrowheads="1"/>
          </p:cNvSpPr>
          <p:nvPr>
            <p:ph type="title"/>
          </p:nvPr>
        </p:nvSpPr>
        <p:spPr/>
        <p:txBody>
          <a:bodyPr/>
          <a:lstStyle/>
          <a:p>
            <a:pPr eaLnBrk="1" hangingPunct="1"/>
            <a:r>
              <a:rPr lang="en-US" altLang="en-US"/>
              <a:t>Indirect address</a:t>
            </a:r>
          </a:p>
        </p:txBody>
      </p:sp>
      <p:pic>
        <p:nvPicPr>
          <p:cNvPr id="28675" name="Picture 4">
            <a:extLst>
              <a:ext uri="{FF2B5EF4-FFF2-40B4-BE49-F238E27FC236}">
                <a16:creationId xmlns:a16="http://schemas.microsoft.com/office/drawing/2014/main" id="{D043FAF9-D643-BDB4-2150-67A2EF9AA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057400"/>
            <a:ext cx="4211638"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96AA367-5CA8-E7B0-B182-04F46B10B5BF}"/>
              </a:ext>
            </a:extLst>
          </p:cNvPr>
          <p:cNvSpPr>
            <a:spLocks noGrp="1" noChangeArrowheads="1"/>
          </p:cNvSpPr>
          <p:nvPr>
            <p:ph type="title"/>
          </p:nvPr>
        </p:nvSpPr>
        <p:spPr/>
        <p:txBody>
          <a:bodyPr/>
          <a:lstStyle/>
          <a:p>
            <a:pPr eaLnBrk="1" hangingPunct="1"/>
            <a:r>
              <a:rPr lang="en-US" altLang="en-US" b="1">
                <a:solidFill>
                  <a:schemeClr val="tx1"/>
                </a:solidFill>
              </a:rPr>
              <a:t>Effective address</a:t>
            </a:r>
            <a:r>
              <a:rPr lang="en-US" altLang="en-US">
                <a:solidFill>
                  <a:schemeClr val="tx1"/>
                </a:solidFill>
              </a:rPr>
              <a:t>:</a:t>
            </a:r>
          </a:p>
        </p:txBody>
      </p:sp>
      <p:sp>
        <p:nvSpPr>
          <p:cNvPr id="29699" name="Rectangle 3">
            <a:extLst>
              <a:ext uri="{FF2B5EF4-FFF2-40B4-BE49-F238E27FC236}">
                <a16:creationId xmlns:a16="http://schemas.microsoft.com/office/drawing/2014/main" id="{6B509CE8-4849-80A7-7B81-1A0F3DFD4B65}"/>
              </a:ext>
            </a:extLst>
          </p:cNvPr>
          <p:cNvSpPr>
            <a:spLocks noGrp="1" noChangeArrowheads="1"/>
          </p:cNvSpPr>
          <p:nvPr>
            <p:ph type="body" idx="1"/>
          </p:nvPr>
        </p:nvSpPr>
        <p:spPr/>
        <p:txBody>
          <a:bodyPr/>
          <a:lstStyle/>
          <a:p>
            <a:pPr eaLnBrk="1" hangingPunct="1">
              <a:spcBef>
                <a:spcPct val="0"/>
              </a:spcBef>
              <a:buClrTx/>
              <a:buSzTx/>
              <a:buFontTx/>
              <a:buNone/>
            </a:pPr>
            <a:r>
              <a:rPr lang="en-US" altLang="en-US"/>
              <a:t>• </a:t>
            </a:r>
            <a:r>
              <a:rPr lang="en-US" altLang="en-US" b="1"/>
              <a:t>Effective address</a:t>
            </a:r>
            <a:r>
              <a:rPr lang="en-US" altLang="en-US"/>
              <a:t>: Address where an operand is physically located</a:t>
            </a:r>
            <a:endParaRPr lang="en-US" altLang="zh-CN">
              <a:ea typeface="SimSun" panose="02010600030101010101" pitchFamily="2" charset="-122"/>
            </a:endParaRPr>
          </a:p>
          <a:p>
            <a:pPr eaLnBrk="1" hangingPunct="1"/>
            <a:endParaRPr lang="en-US" altLang="en-US"/>
          </a:p>
        </p:txBody>
      </p:sp>
      <p:pic>
        <p:nvPicPr>
          <p:cNvPr id="29700" name="Picture 4">
            <a:extLst>
              <a:ext uri="{FF2B5EF4-FFF2-40B4-BE49-F238E27FC236}">
                <a16:creationId xmlns:a16="http://schemas.microsoft.com/office/drawing/2014/main" id="{FFCAFE3A-BF93-22AA-13B5-2B74C01068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429000"/>
            <a:ext cx="2265363"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5">
            <a:extLst>
              <a:ext uri="{FF2B5EF4-FFF2-40B4-BE49-F238E27FC236}">
                <a16:creationId xmlns:a16="http://schemas.microsoft.com/office/drawing/2014/main" id="{F3757CE3-DC8F-08EB-86EF-F7DAC566F4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3429000"/>
            <a:ext cx="23241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61" name="Text Box 17">
            <a:extLst>
              <a:ext uri="{FF2B5EF4-FFF2-40B4-BE49-F238E27FC236}">
                <a16:creationId xmlns:a16="http://schemas.microsoft.com/office/drawing/2014/main" id="{E3A66B6A-8D72-5472-C263-4176FE910CC3}"/>
              </a:ext>
            </a:extLst>
          </p:cNvPr>
          <p:cNvSpPr txBox="1">
            <a:spLocks noChangeArrowheads="1"/>
          </p:cNvSpPr>
          <p:nvPr/>
        </p:nvSpPr>
        <p:spPr bwMode="auto">
          <a:xfrm>
            <a:off x="381000" y="5867400"/>
            <a:ext cx="853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	   Effective address: 457		          </a:t>
            </a:r>
            <a:r>
              <a:rPr lang="en-US" altLang="en-US" sz="1800"/>
              <a:t>Effective address: 1350</a:t>
            </a:r>
            <a:endParaRPr lang="en-US" altLang="en-US" sz="20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2961"/>
                                        </p:tgtEl>
                                        <p:attrNameLst>
                                          <p:attrName>style.visibility</p:attrName>
                                        </p:attrNameLst>
                                      </p:cBhvr>
                                      <p:to>
                                        <p:strVal val="visible"/>
                                      </p:to>
                                    </p:set>
                                    <p:anim calcmode="lin" valueType="num">
                                      <p:cBhvr additive="base">
                                        <p:cTn id="7" dur="500" fill="hold"/>
                                        <p:tgtEl>
                                          <p:spTgt spid="82961"/>
                                        </p:tgtEl>
                                        <p:attrNameLst>
                                          <p:attrName>ppt_x</p:attrName>
                                        </p:attrNameLst>
                                      </p:cBhvr>
                                      <p:tavLst>
                                        <p:tav tm="0">
                                          <p:val>
                                            <p:strVal val="0-#ppt_w/2"/>
                                          </p:val>
                                        </p:tav>
                                        <p:tav tm="100000">
                                          <p:val>
                                            <p:strVal val="#ppt_x"/>
                                          </p:val>
                                        </p:tav>
                                      </p:tavLst>
                                    </p:anim>
                                    <p:anim calcmode="lin" valueType="num">
                                      <p:cBhvr additive="base">
                                        <p:cTn id="8" dur="500" fill="hold"/>
                                        <p:tgtEl>
                                          <p:spTgt spid="829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61"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5B494D30-1882-F11E-14CB-69BF6EE4ED7C}"/>
              </a:ext>
            </a:extLst>
          </p:cNvPr>
          <p:cNvSpPr>
            <a:spLocks noChangeArrowheads="1"/>
          </p:cNvSpPr>
          <p:nvPr/>
        </p:nvSpPr>
        <p:spPr bwMode="auto">
          <a:xfrm>
            <a:off x="1524000" y="28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pic>
        <p:nvPicPr>
          <p:cNvPr id="30723" name="Picture 2">
            <a:extLst>
              <a:ext uri="{FF2B5EF4-FFF2-40B4-BE49-F238E27FC236}">
                <a16:creationId xmlns:a16="http://schemas.microsoft.com/office/drawing/2014/main" id="{4D420617-A276-3E8A-BE2F-D54084572D13}"/>
              </a:ext>
            </a:extLst>
          </p:cNvPr>
          <p:cNvPicPr>
            <a:picLocks noChangeAspect="1" noChangeArrowheads="1"/>
          </p:cNvPicPr>
          <p:nvPr/>
        </p:nvPicPr>
        <p:blipFill>
          <a:blip r:embed="rId3">
            <a:lum bright="-18000" contrast="72000"/>
            <a:extLst>
              <a:ext uri="{28A0092B-C50C-407E-A947-70E740481C1C}">
                <a14:useLocalDpi xmlns:a14="http://schemas.microsoft.com/office/drawing/2010/main" val="0"/>
              </a:ext>
            </a:extLst>
          </a:blip>
          <a:srcRect/>
          <a:stretch>
            <a:fillRect/>
          </a:stretch>
        </p:blipFill>
        <p:spPr bwMode="auto">
          <a:xfrm>
            <a:off x="381000" y="914400"/>
            <a:ext cx="83820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Text Box 5">
            <a:extLst>
              <a:ext uri="{FF2B5EF4-FFF2-40B4-BE49-F238E27FC236}">
                <a16:creationId xmlns:a16="http://schemas.microsoft.com/office/drawing/2014/main" id="{EB9EB58F-F320-CB42-EF09-A94E143038F5}"/>
              </a:ext>
            </a:extLst>
          </p:cNvPr>
          <p:cNvSpPr txBox="1">
            <a:spLocks noChangeArrowheads="1"/>
          </p:cNvSpPr>
          <p:nvPr/>
        </p:nvSpPr>
        <p:spPr bwMode="auto">
          <a:xfrm>
            <a:off x="609600" y="228600"/>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a:latin typeface="Times New Roman" panose="02020603050405020304" pitchFamily="18" charset="0"/>
              </a:rPr>
              <a:t>Direct and Indirect addressing example</a:t>
            </a:r>
          </a:p>
        </p:txBody>
      </p:sp>
      <p:sp>
        <p:nvSpPr>
          <p:cNvPr id="30725" name="Line 8">
            <a:extLst>
              <a:ext uri="{FF2B5EF4-FFF2-40B4-BE49-F238E27FC236}">
                <a16:creationId xmlns:a16="http://schemas.microsoft.com/office/drawing/2014/main" id="{32A4F557-882D-96D0-C1E8-59A21BE9D0BD}"/>
              </a:ext>
            </a:extLst>
          </p:cNvPr>
          <p:cNvSpPr>
            <a:spLocks noChangeShapeType="1"/>
          </p:cNvSpPr>
          <p:nvPr/>
        </p:nvSpPr>
        <p:spPr bwMode="auto">
          <a:xfrm flipH="1">
            <a:off x="5334000" y="3429000"/>
            <a:ext cx="11430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26" name="Line 9">
            <a:extLst>
              <a:ext uri="{FF2B5EF4-FFF2-40B4-BE49-F238E27FC236}">
                <a16:creationId xmlns:a16="http://schemas.microsoft.com/office/drawing/2014/main" id="{428B3128-5F29-0A2F-1EF6-CB0F5BB37BA0}"/>
              </a:ext>
            </a:extLst>
          </p:cNvPr>
          <p:cNvSpPr>
            <a:spLocks noChangeShapeType="1"/>
          </p:cNvSpPr>
          <p:nvPr/>
        </p:nvSpPr>
        <p:spPr bwMode="auto">
          <a:xfrm>
            <a:off x="5334000" y="3657600"/>
            <a:ext cx="2286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27" name="AutoShape 11">
            <a:extLst>
              <a:ext uri="{FF2B5EF4-FFF2-40B4-BE49-F238E27FC236}">
                <a16:creationId xmlns:a16="http://schemas.microsoft.com/office/drawing/2014/main" id="{9AD2AE7C-53C5-E656-D7B5-FBCC44779951}"/>
              </a:ext>
            </a:extLst>
          </p:cNvPr>
          <p:cNvSpPr>
            <a:spLocks noChangeArrowheads="1"/>
          </p:cNvSpPr>
          <p:nvPr/>
        </p:nvSpPr>
        <p:spPr bwMode="auto">
          <a:xfrm>
            <a:off x="1676400" y="1143000"/>
            <a:ext cx="1219200" cy="304800"/>
          </a:xfrm>
          <a:prstGeom prst="wedgeEllipseCallout">
            <a:avLst>
              <a:gd name="adj1" fmla="val -42708"/>
              <a:gd name="adj2" fmla="val 386458"/>
            </a:avLst>
          </a:prstGeom>
          <a:solidFill>
            <a:schemeClr val="accent1">
              <a:alpha val="27058"/>
            </a:schemeClr>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2400">
              <a:latin typeface="Times New Roman" panose="02020603050405020304" pitchFamily="18" charset="0"/>
            </a:endParaRPr>
          </a:p>
        </p:txBody>
      </p:sp>
      <p:sp>
        <p:nvSpPr>
          <p:cNvPr id="30728" name="Line 12">
            <a:extLst>
              <a:ext uri="{FF2B5EF4-FFF2-40B4-BE49-F238E27FC236}">
                <a16:creationId xmlns:a16="http://schemas.microsoft.com/office/drawing/2014/main" id="{79F2A60B-2053-6A17-587B-23C608463D59}"/>
              </a:ext>
            </a:extLst>
          </p:cNvPr>
          <p:cNvSpPr>
            <a:spLocks noChangeShapeType="1"/>
          </p:cNvSpPr>
          <p:nvPr/>
        </p:nvSpPr>
        <p:spPr bwMode="auto">
          <a:xfrm>
            <a:off x="1371600" y="1447800"/>
            <a:ext cx="0" cy="9906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29" name="AutoShape 14">
            <a:extLst>
              <a:ext uri="{FF2B5EF4-FFF2-40B4-BE49-F238E27FC236}">
                <a16:creationId xmlns:a16="http://schemas.microsoft.com/office/drawing/2014/main" id="{7FEC098D-71B5-4DE3-8D90-48E40E0700B2}"/>
              </a:ext>
            </a:extLst>
          </p:cNvPr>
          <p:cNvSpPr>
            <a:spLocks noChangeArrowheads="1"/>
          </p:cNvSpPr>
          <p:nvPr/>
        </p:nvSpPr>
        <p:spPr bwMode="auto">
          <a:xfrm>
            <a:off x="4876800" y="1143000"/>
            <a:ext cx="1447800" cy="304800"/>
          </a:xfrm>
          <a:prstGeom prst="wedgeEllipseCallout">
            <a:avLst>
              <a:gd name="adj1" fmla="val -168421"/>
              <a:gd name="adj2" fmla="val 382292"/>
            </a:avLst>
          </a:prstGeom>
          <a:solidFill>
            <a:schemeClr val="accent1">
              <a:alpha val="27058"/>
            </a:schemeClr>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2400">
              <a:latin typeface="Times New Roman" panose="02020603050405020304" pitchFamily="18" charset="0"/>
            </a:endParaRPr>
          </a:p>
        </p:txBody>
      </p:sp>
      <p:sp>
        <p:nvSpPr>
          <p:cNvPr id="30730" name="Rectangle 15">
            <a:extLst>
              <a:ext uri="{FF2B5EF4-FFF2-40B4-BE49-F238E27FC236}">
                <a16:creationId xmlns:a16="http://schemas.microsoft.com/office/drawing/2014/main" id="{68A4074D-6298-B189-DFBF-CE5049B29295}"/>
              </a:ext>
            </a:extLst>
          </p:cNvPr>
          <p:cNvSpPr>
            <a:spLocks noChangeArrowheads="1"/>
          </p:cNvSpPr>
          <p:nvPr/>
        </p:nvSpPr>
        <p:spPr bwMode="auto">
          <a:xfrm>
            <a:off x="0" y="1447800"/>
            <a:ext cx="2057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lvl="1" eaLnBrk="1" hangingPunct="1">
              <a:lnSpc>
                <a:spcPct val="90000"/>
              </a:lnSpc>
              <a:spcBef>
                <a:spcPct val="50000"/>
              </a:spcBef>
              <a:buFontTx/>
              <a:buNone/>
            </a:pPr>
            <a:r>
              <a:rPr lang="en-US" altLang="ko-KR" sz="2000">
                <a:latin typeface="Times New Roman" panose="02020603050405020304" pitchFamily="18" charset="0"/>
                <a:ea typeface="굴림" panose="020B0600000101010101" pitchFamily="34" charset="-127"/>
              </a:rPr>
              <a:t>Addressing Mode</a:t>
            </a:r>
          </a:p>
        </p:txBody>
      </p:sp>
      <p:sp>
        <p:nvSpPr>
          <p:cNvPr id="30731" name="Line 16">
            <a:extLst>
              <a:ext uri="{FF2B5EF4-FFF2-40B4-BE49-F238E27FC236}">
                <a16:creationId xmlns:a16="http://schemas.microsoft.com/office/drawing/2014/main" id="{51360991-9262-2F03-F750-006A11AE58FF}"/>
              </a:ext>
            </a:extLst>
          </p:cNvPr>
          <p:cNvSpPr>
            <a:spLocks noChangeShapeType="1"/>
          </p:cNvSpPr>
          <p:nvPr/>
        </p:nvSpPr>
        <p:spPr bwMode="auto">
          <a:xfrm>
            <a:off x="1524000" y="1447800"/>
            <a:ext cx="4114800" cy="11430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2" name="Line 12">
            <a:extLst>
              <a:ext uri="{FF2B5EF4-FFF2-40B4-BE49-F238E27FC236}">
                <a16:creationId xmlns:a16="http://schemas.microsoft.com/office/drawing/2014/main" id="{E9BF3B08-5950-18C5-925A-3737921F6234}"/>
              </a:ext>
            </a:extLst>
          </p:cNvPr>
          <p:cNvSpPr>
            <a:spLocks noChangeShapeType="1"/>
          </p:cNvSpPr>
          <p:nvPr/>
        </p:nvSpPr>
        <p:spPr bwMode="auto">
          <a:xfrm>
            <a:off x="1371600" y="2667000"/>
            <a:ext cx="0" cy="9906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3" name="Line 12">
            <a:extLst>
              <a:ext uri="{FF2B5EF4-FFF2-40B4-BE49-F238E27FC236}">
                <a16:creationId xmlns:a16="http://schemas.microsoft.com/office/drawing/2014/main" id="{CC0C11C8-2799-38E0-95F8-AF916B3B232B}"/>
              </a:ext>
            </a:extLst>
          </p:cNvPr>
          <p:cNvSpPr>
            <a:spLocks noChangeShapeType="1"/>
          </p:cNvSpPr>
          <p:nvPr/>
        </p:nvSpPr>
        <p:spPr bwMode="auto">
          <a:xfrm>
            <a:off x="5943600" y="2743200"/>
            <a:ext cx="609600" cy="6096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Line 2">
            <a:extLst>
              <a:ext uri="{FF2B5EF4-FFF2-40B4-BE49-F238E27FC236}">
                <a16:creationId xmlns:a16="http://schemas.microsoft.com/office/drawing/2014/main" id="{766EBC8F-6EAF-DACE-E84F-2586580018FF}"/>
              </a:ext>
            </a:extLst>
          </p:cNvPr>
          <p:cNvSpPr>
            <a:spLocks noChangeShapeType="1"/>
          </p:cNvSpPr>
          <p:nvPr/>
        </p:nvSpPr>
        <p:spPr bwMode="auto">
          <a:xfrm>
            <a:off x="5791200" y="5308600"/>
            <a:ext cx="2057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71" name="Freeform 3">
            <a:extLst>
              <a:ext uri="{FF2B5EF4-FFF2-40B4-BE49-F238E27FC236}">
                <a16:creationId xmlns:a16="http://schemas.microsoft.com/office/drawing/2014/main" id="{5F300372-82F9-6059-6334-3538B9DF40BD}"/>
              </a:ext>
            </a:extLst>
          </p:cNvPr>
          <p:cNvSpPr>
            <a:spLocks/>
          </p:cNvSpPr>
          <p:nvPr/>
        </p:nvSpPr>
        <p:spPr bwMode="auto">
          <a:xfrm>
            <a:off x="914400" y="609600"/>
            <a:ext cx="7556500" cy="6019800"/>
          </a:xfrm>
          <a:custGeom>
            <a:avLst/>
            <a:gdLst>
              <a:gd name="T0" fmla="*/ 0 w 4760"/>
              <a:gd name="T1" fmla="*/ 2147483646 h 3792"/>
              <a:gd name="T2" fmla="*/ 2147483646 w 4760"/>
              <a:gd name="T3" fmla="*/ 2147483646 h 3792"/>
              <a:gd name="T4" fmla="*/ 2147483646 w 4760"/>
              <a:gd name="T5" fmla="*/ 2147483646 h 3792"/>
              <a:gd name="T6" fmla="*/ 2147483646 w 4760"/>
              <a:gd name="T7" fmla="*/ 2147483646 h 3792"/>
              <a:gd name="T8" fmla="*/ 2147483646 w 4760"/>
              <a:gd name="T9" fmla="*/ 2147483646 h 3792"/>
              <a:gd name="T10" fmla="*/ 2147483646 w 4760"/>
              <a:gd name="T11" fmla="*/ 2147483646 h 3792"/>
              <a:gd name="T12" fmla="*/ 2147483646 w 4760"/>
              <a:gd name="T13" fmla="*/ 0 h 3792"/>
              <a:gd name="T14" fmla="*/ 2147483646 w 4760"/>
              <a:gd name="T15" fmla="*/ 0 h 3792"/>
              <a:gd name="T16" fmla="*/ 2147483646 w 4760"/>
              <a:gd name="T17" fmla="*/ 2147483646 h 3792"/>
              <a:gd name="T18" fmla="*/ 2147483646 w 4760"/>
              <a:gd name="T19" fmla="*/ 2147483646 h 3792"/>
              <a:gd name="T20" fmla="*/ 2147483646 w 4760"/>
              <a:gd name="T21" fmla="*/ 2147483646 h 3792"/>
              <a:gd name="T22" fmla="*/ 2147483646 w 4760"/>
              <a:gd name="T23" fmla="*/ 2147483646 h 3792"/>
              <a:gd name="T24" fmla="*/ 0 w 4760"/>
              <a:gd name="T25" fmla="*/ 2147483646 h 37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60"/>
              <a:gd name="T40" fmla="*/ 0 h 3792"/>
              <a:gd name="T41" fmla="*/ 4760 w 4760"/>
              <a:gd name="T42" fmla="*/ 3792 h 37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60" h="3792">
                <a:moveTo>
                  <a:pt x="0" y="200"/>
                </a:moveTo>
                <a:lnTo>
                  <a:pt x="152" y="201"/>
                </a:lnTo>
                <a:lnTo>
                  <a:pt x="152" y="3660"/>
                </a:lnTo>
                <a:lnTo>
                  <a:pt x="4376" y="3660"/>
                </a:lnTo>
                <a:lnTo>
                  <a:pt x="4376" y="201"/>
                </a:lnTo>
                <a:lnTo>
                  <a:pt x="4136" y="201"/>
                </a:lnTo>
                <a:lnTo>
                  <a:pt x="4136" y="0"/>
                </a:lnTo>
                <a:lnTo>
                  <a:pt x="4760" y="0"/>
                </a:lnTo>
                <a:lnTo>
                  <a:pt x="4760" y="201"/>
                </a:lnTo>
                <a:lnTo>
                  <a:pt x="4520" y="201"/>
                </a:lnTo>
                <a:lnTo>
                  <a:pt x="4520" y="3792"/>
                </a:lnTo>
                <a:lnTo>
                  <a:pt x="2" y="3792"/>
                </a:lnTo>
                <a:lnTo>
                  <a:pt x="0" y="200"/>
                </a:lnTo>
                <a:close/>
              </a:path>
            </a:pathLst>
          </a:custGeom>
          <a:solidFill>
            <a:schemeClr val="hlink"/>
          </a:solidFill>
          <a:ln w="9525">
            <a:solidFill>
              <a:schemeClr val="tx1"/>
            </a:solidFill>
            <a:round/>
            <a:headEnd/>
            <a:tailEnd/>
          </a:ln>
        </p:spPr>
        <p:txBody>
          <a:bodyPr wrap="none" anchor="ctr"/>
          <a:lstStyle/>
          <a:p>
            <a:endParaRPr lang="en-US"/>
          </a:p>
        </p:txBody>
      </p:sp>
      <p:sp>
        <p:nvSpPr>
          <p:cNvPr id="32772" name="Text Box 4">
            <a:extLst>
              <a:ext uri="{FF2B5EF4-FFF2-40B4-BE49-F238E27FC236}">
                <a16:creationId xmlns:a16="http://schemas.microsoft.com/office/drawing/2014/main" id="{CB377684-2AF4-2137-D169-D0DB1BABA325}"/>
              </a:ext>
            </a:extLst>
          </p:cNvPr>
          <p:cNvSpPr txBox="1">
            <a:spLocks noChangeArrowheads="1"/>
          </p:cNvSpPr>
          <p:nvPr/>
        </p:nvSpPr>
        <p:spPr bwMode="auto">
          <a:xfrm>
            <a:off x="7743825" y="581025"/>
            <a:ext cx="41433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Times New Roman" panose="02020603050405020304" pitchFamily="18" charset="0"/>
              </a:rPr>
              <a:t>Bus</a:t>
            </a:r>
            <a:endParaRPr lang="en-US" altLang="en-US" sz="2400">
              <a:latin typeface="Times New Roman" panose="02020603050405020304" pitchFamily="18" charset="0"/>
            </a:endParaRPr>
          </a:p>
        </p:txBody>
      </p:sp>
      <p:sp>
        <p:nvSpPr>
          <p:cNvPr id="32773" name="Line 5">
            <a:extLst>
              <a:ext uri="{FF2B5EF4-FFF2-40B4-BE49-F238E27FC236}">
                <a16:creationId xmlns:a16="http://schemas.microsoft.com/office/drawing/2014/main" id="{144FE4B6-14DF-0048-5E24-74C258977FC7}"/>
              </a:ext>
            </a:extLst>
          </p:cNvPr>
          <p:cNvSpPr>
            <a:spLocks noChangeShapeType="1"/>
          </p:cNvSpPr>
          <p:nvPr/>
        </p:nvSpPr>
        <p:spPr bwMode="auto">
          <a:xfrm rot="-5400000">
            <a:off x="7352506" y="548482"/>
            <a:ext cx="1587" cy="2286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74" name="Line 6">
            <a:extLst>
              <a:ext uri="{FF2B5EF4-FFF2-40B4-BE49-F238E27FC236}">
                <a16:creationId xmlns:a16="http://schemas.microsoft.com/office/drawing/2014/main" id="{F6AD73DE-16A4-756B-1E2A-392E26FCEEF0}"/>
              </a:ext>
            </a:extLst>
          </p:cNvPr>
          <p:cNvSpPr>
            <a:spLocks noChangeShapeType="1"/>
          </p:cNvSpPr>
          <p:nvPr/>
        </p:nvSpPr>
        <p:spPr bwMode="auto">
          <a:xfrm>
            <a:off x="7239000" y="523875"/>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5" name="Line 7">
            <a:extLst>
              <a:ext uri="{FF2B5EF4-FFF2-40B4-BE49-F238E27FC236}">
                <a16:creationId xmlns:a16="http://schemas.microsoft.com/office/drawing/2014/main" id="{ED998574-A691-485F-3AF8-CE67D289D3E0}"/>
              </a:ext>
            </a:extLst>
          </p:cNvPr>
          <p:cNvSpPr>
            <a:spLocks noChangeShapeType="1"/>
          </p:cNvSpPr>
          <p:nvPr/>
        </p:nvSpPr>
        <p:spPr bwMode="auto">
          <a:xfrm rot="-5400000">
            <a:off x="7237412" y="534988"/>
            <a:ext cx="3175" cy="4572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76" name="Line 8">
            <a:extLst>
              <a:ext uri="{FF2B5EF4-FFF2-40B4-BE49-F238E27FC236}">
                <a16:creationId xmlns:a16="http://schemas.microsoft.com/office/drawing/2014/main" id="{B1527B50-02DB-4506-A083-949ED07D7539}"/>
              </a:ext>
            </a:extLst>
          </p:cNvPr>
          <p:cNvSpPr>
            <a:spLocks noChangeShapeType="1"/>
          </p:cNvSpPr>
          <p:nvPr/>
        </p:nvSpPr>
        <p:spPr bwMode="auto">
          <a:xfrm>
            <a:off x="7010400" y="5334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7" name="Text Box 9">
            <a:extLst>
              <a:ext uri="{FF2B5EF4-FFF2-40B4-BE49-F238E27FC236}">
                <a16:creationId xmlns:a16="http://schemas.microsoft.com/office/drawing/2014/main" id="{EF6771CF-46C4-DCD6-2C8F-80A178EF85F2}"/>
              </a:ext>
            </a:extLst>
          </p:cNvPr>
          <p:cNvSpPr txBox="1">
            <a:spLocks noChangeArrowheads="1"/>
          </p:cNvSpPr>
          <p:nvPr/>
        </p:nvSpPr>
        <p:spPr bwMode="auto">
          <a:xfrm>
            <a:off x="6934200" y="304800"/>
            <a:ext cx="22860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Times New Roman" panose="02020603050405020304" pitchFamily="18" charset="0"/>
              </a:rPr>
              <a:t>s</a:t>
            </a:r>
            <a:r>
              <a:rPr lang="en-US" altLang="en-US" sz="1800" baseline="-25000">
                <a:latin typeface="Times New Roman" panose="02020603050405020304" pitchFamily="18" charset="0"/>
              </a:rPr>
              <a:t>1</a:t>
            </a:r>
            <a:endParaRPr lang="en-US" altLang="en-US" sz="2400">
              <a:latin typeface="Times New Roman" panose="02020603050405020304" pitchFamily="18" charset="0"/>
            </a:endParaRPr>
          </a:p>
        </p:txBody>
      </p:sp>
      <p:sp>
        <p:nvSpPr>
          <p:cNvPr id="32778" name="Text Box 10">
            <a:extLst>
              <a:ext uri="{FF2B5EF4-FFF2-40B4-BE49-F238E27FC236}">
                <a16:creationId xmlns:a16="http://schemas.microsoft.com/office/drawing/2014/main" id="{5B8984C2-E70E-53E9-63C7-378A2284E20D}"/>
              </a:ext>
            </a:extLst>
          </p:cNvPr>
          <p:cNvSpPr txBox="1">
            <a:spLocks noChangeArrowheads="1"/>
          </p:cNvSpPr>
          <p:nvPr/>
        </p:nvSpPr>
        <p:spPr bwMode="auto">
          <a:xfrm>
            <a:off x="7162800" y="304800"/>
            <a:ext cx="22860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Times New Roman" panose="02020603050405020304" pitchFamily="18" charset="0"/>
              </a:rPr>
              <a:t>s</a:t>
            </a:r>
            <a:r>
              <a:rPr lang="en-US" altLang="en-US" sz="1800" baseline="-25000">
                <a:latin typeface="Times New Roman" panose="02020603050405020304" pitchFamily="18" charset="0"/>
              </a:rPr>
              <a:t>2</a:t>
            </a:r>
            <a:endParaRPr lang="en-US" altLang="en-US" sz="2400">
              <a:latin typeface="Times New Roman" panose="02020603050405020304" pitchFamily="18" charset="0"/>
            </a:endParaRPr>
          </a:p>
        </p:txBody>
      </p:sp>
      <p:sp>
        <p:nvSpPr>
          <p:cNvPr id="32779" name="Line 11">
            <a:extLst>
              <a:ext uri="{FF2B5EF4-FFF2-40B4-BE49-F238E27FC236}">
                <a16:creationId xmlns:a16="http://schemas.microsoft.com/office/drawing/2014/main" id="{B8F171FB-8CDD-615D-AAE8-0B60C162B866}"/>
              </a:ext>
            </a:extLst>
          </p:cNvPr>
          <p:cNvSpPr>
            <a:spLocks noChangeShapeType="1"/>
          </p:cNvSpPr>
          <p:nvPr/>
        </p:nvSpPr>
        <p:spPr bwMode="auto">
          <a:xfrm rot="5400000" flipV="1">
            <a:off x="7125494" y="529431"/>
            <a:ext cx="1588" cy="688975"/>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0" name="Line 12">
            <a:extLst>
              <a:ext uri="{FF2B5EF4-FFF2-40B4-BE49-F238E27FC236}">
                <a16:creationId xmlns:a16="http://schemas.microsoft.com/office/drawing/2014/main" id="{38197338-41E8-39E8-AA64-B92303B11392}"/>
              </a:ext>
            </a:extLst>
          </p:cNvPr>
          <p:cNvSpPr>
            <a:spLocks noChangeShapeType="1"/>
          </p:cNvSpPr>
          <p:nvPr/>
        </p:nvSpPr>
        <p:spPr bwMode="auto">
          <a:xfrm>
            <a:off x="6781800" y="533400"/>
            <a:ext cx="0" cy="3349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81" name="Text Box 13">
            <a:extLst>
              <a:ext uri="{FF2B5EF4-FFF2-40B4-BE49-F238E27FC236}">
                <a16:creationId xmlns:a16="http://schemas.microsoft.com/office/drawing/2014/main" id="{28A31C12-3B5A-BD32-1151-45D360C7A668}"/>
              </a:ext>
            </a:extLst>
          </p:cNvPr>
          <p:cNvSpPr txBox="1">
            <a:spLocks noChangeArrowheads="1"/>
          </p:cNvSpPr>
          <p:nvPr/>
        </p:nvSpPr>
        <p:spPr bwMode="auto">
          <a:xfrm>
            <a:off x="6705600" y="304800"/>
            <a:ext cx="22860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Times New Roman" panose="02020603050405020304" pitchFamily="18" charset="0"/>
              </a:rPr>
              <a:t>s</a:t>
            </a:r>
            <a:r>
              <a:rPr lang="en-US" altLang="en-US" sz="1800" baseline="-25000">
                <a:latin typeface="Times New Roman" panose="02020603050405020304" pitchFamily="18" charset="0"/>
              </a:rPr>
              <a:t>0</a:t>
            </a:r>
            <a:endParaRPr lang="en-US" altLang="en-US" sz="2400">
              <a:latin typeface="Times New Roman" panose="02020603050405020304" pitchFamily="18" charset="0"/>
            </a:endParaRPr>
          </a:p>
        </p:txBody>
      </p:sp>
      <p:sp>
        <p:nvSpPr>
          <p:cNvPr id="32782" name="Line 14">
            <a:extLst>
              <a:ext uri="{FF2B5EF4-FFF2-40B4-BE49-F238E27FC236}">
                <a16:creationId xmlns:a16="http://schemas.microsoft.com/office/drawing/2014/main" id="{97275430-B310-7D92-DE5C-09A50BAF575F}"/>
              </a:ext>
            </a:extLst>
          </p:cNvPr>
          <p:cNvSpPr>
            <a:spLocks noChangeShapeType="1"/>
          </p:cNvSpPr>
          <p:nvPr/>
        </p:nvSpPr>
        <p:spPr bwMode="auto">
          <a:xfrm flipH="1">
            <a:off x="3171825" y="6526213"/>
            <a:ext cx="533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3" name="Text Box 15">
            <a:extLst>
              <a:ext uri="{FF2B5EF4-FFF2-40B4-BE49-F238E27FC236}">
                <a16:creationId xmlns:a16="http://schemas.microsoft.com/office/drawing/2014/main" id="{8529A491-EA32-A015-C1F0-B1072B182BF7}"/>
              </a:ext>
            </a:extLst>
          </p:cNvPr>
          <p:cNvSpPr txBox="1">
            <a:spLocks noChangeArrowheads="1"/>
          </p:cNvSpPr>
          <p:nvPr/>
        </p:nvSpPr>
        <p:spPr bwMode="auto">
          <a:xfrm>
            <a:off x="3781425" y="6402388"/>
            <a:ext cx="140176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16-bit common bus</a:t>
            </a:r>
          </a:p>
        </p:txBody>
      </p:sp>
      <p:sp>
        <p:nvSpPr>
          <p:cNvPr id="32784" name="Line 16">
            <a:extLst>
              <a:ext uri="{FF2B5EF4-FFF2-40B4-BE49-F238E27FC236}">
                <a16:creationId xmlns:a16="http://schemas.microsoft.com/office/drawing/2014/main" id="{3B834A66-BF15-32FB-C7F2-578DEAD73816}"/>
              </a:ext>
            </a:extLst>
          </p:cNvPr>
          <p:cNvSpPr>
            <a:spLocks noChangeShapeType="1"/>
          </p:cNvSpPr>
          <p:nvPr/>
        </p:nvSpPr>
        <p:spPr bwMode="auto">
          <a:xfrm flipH="1">
            <a:off x="5295900" y="6526213"/>
            <a:ext cx="533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5" name="Line 17">
            <a:extLst>
              <a:ext uri="{FF2B5EF4-FFF2-40B4-BE49-F238E27FC236}">
                <a16:creationId xmlns:a16="http://schemas.microsoft.com/office/drawing/2014/main" id="{415EE53A-8B59-F723-0F59-9985D920F5A6}"/>
              </a:ext>
            </a:extLst>
          </p:cNvPr>
          <p:cNvSpPr>
            <a:spLocks noChangeShapeType="1"/>
          </p:cNvSpPr>
          <p:nvPr/>
        </p:nvSpPr>
        <p:spPr bwMode="auto">
          <a:xfrm>
            <a:off x="1143000" y="5867400"/>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6" name="Line 18">
            <a:extLst>
              <a:ext uri="{FF2B5EF4-FFF2-40B4-BE49-F238E27FC236}">
                <a16:creationId xmlns:a16="http://schemas.microsoft.com/office/drawing/2014/main" id="{1638137E-0646-025A-6B97-681AB34D9AD0}"/>
              </a:ext>
            </a:extLst>
          </p:cNvPr>
          <p:cNvSpPr>
            <a:spLocks noChangeShapeType="1"/>
          </p:cNvSpPr>
          <p:nvPr/>
        </p:nvSpPr>
        <p:spPr bwMode="auto">
          <a:xfrm>
            <a:off x="1143000" y="5286375"/>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7" name="Line 19">
            <a:extLst>
              <a:ext uri="{FF2B5EF4-FFF2-40B4-BE49-F238E27FC236}">
                <a16:creationId xmlns:a16="http://schemas.microsoft.com/office/drawing/2014/main" id="{77689E61-1415-D47A-9D65-5EF7C51A6248}"/>
              </a:ext>
            </a:extLst>
          </p:cNvPr>
          <p:cNvSpPr>
            <a:spLocks noChangeShapeType="1"/>
          </p:cNvSpPr>
          <p:nvPr/>
        </p:nvSpPr>
        <p:spPr bwMode="auto">
          <a:xfrm>
            <a:off x="1143000" y="4724400"/>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8" name="Line 20">
            <a:extLst>
              <a:ext uri="{FF2B5EF4-FFF2-40B4-BE49-F238E27FC236}">
                <a16:creationId xmlns:a16="http://schemas.microsoft.com/office/drawing/2014/main" id="{7C08294E-5AC1-63A8-0606-9C3DD46A4D38}"/>
              </a:ext>
            </a:extLst>
          </p:cNvPr>
          <p:cNvSpPr>
            <a:spLocks noChangeShapeType="1"/>
          </p:cNvSpPr>
          <p:nvPr/>
        </p:nvSpPr>
        <p:spPr bwMode="auto">
          <a:xfrm>
            <a:off x="1143000" y="2895600"/>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9" name="Line 21">
            <a:extLst>
              <a:ext uri="{FF2B5EF4-FFF2-40B4-BE49-F238E27FC236}">
                <a16:creationId xmlns:a16="http://schemas.microsoft.com/office/drawing/2014/main" id="{209DB659-A38C-49FB-561D-40B34BD6A11D}"/>
              </a:ext>
            </a:extLst>
          </p:cNvPr>
          <p:cNvSpPr>
            <a:spLocks noChangeShapeType="1"/>
          </p:cNvSpPr>
          <p:nvPr/>
        </p:nvSpPr>
        <p:spPr bwMode="auto">
          <a:xfrm>
            <a:off x="1143000" y="2362200"/>
            <a:ext cx="2733675"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90" name="Line 22">
            <a:extLst>
              <a:ext uri="{FF2B5EF4-FFF2-40B4-BE49-F238E27FC236}">
                <a16:creationId xmlns:a16="http://schemas.microsoft.com/office/drawing/2014/main" id="{6C291EE7-CB1B-4320-E635-43B2E2C8A6F3}"/>
              </a:ext>
            </a:extLst>
          </p:cNvPr>
          <p:cNvSpPr>
            <a:spLocks noChangeShapeType="1"/>
          </p:cNvSpPr>
          <p:nvPr/>
        </p:nvSpPr>
        <p:spPr bwMode="auto">
          <a:xfrm>
            <a:off x="1143000" y="1752600"/>
            <a:ext cx="2743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91" name="Line 23">
            <a:extLst>
              <a:ext uri="{FF2B5EF4-FFF2-40B4-BE49-F238E27FC236}">
                <a16:creationId xmlns:a16="http://schemas.microsoft.com/office/drawing/2014/main" id="{75BA9A84-7F45-A556-BB3E-56DF66AC199D}"/>
              </a:ext>
            </a:extLst>
          </p:cNvPr>
          <p:cNvSpPr>
            <a:spLocks noChangeShapeType="1"/>
          </p:cNvSpPr>
          <p:nvPr/>
        </p:nvSpPr>
        <p:spPr bwMode="auto">
          <a:xfrm>
            <a:off x="5791200" y="4724400"/>
            <a:ext cx="2057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92" name="Text Box 24">
            <a:extLst>
              <a:ext uri="{FF2B5EF4-FFF2-40B4-BE49-F238E27FC236}">
                <a16:creationId xmlns:a16="http://schemas.microsoft.com/office/drawing/2014/main" id="{F565E816-9E15-923F-D167-23843CA34364}"/>
              </a:ext>
            </a:extLst>
          </p:cNvPr>
          <p:cNvSpPr txBox="1">
            <a:spLocks noChangeArrowheads="1"/>
          </p:cNvSpPr>
          <p:nvPr/>
        </p:nvSpPr>
        <p:spPr bwMode="auto">
          <a:xfrm>
            <a:off x="6743700" y="5972175"/>
            <a:ext cx="4445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Clock</a:t>
            </a:r>
          </a:p>
        </p:txBody>
      </p:sp>
      <p:sp>
        <p:nvSpPr>
          <p:cNvPr id="32793" name="Freeform 25">
            <a:extLst>
              <a:ext uri="{FF2B5EF4-FFF2-40B4-BE49-F238E27FC236}">
                <a16:creationId xmlns:a16="http://schemas.microsoft.com/office/drawing/2014/main" id="{0DD16807-3464-A1BF-BEAD-221ACCEBA952}"/>
              </a:ext>
            </a:extLst>
          </p:cNvPr>
          <p:cNvSpPr>
            <a:spLocks/>
          </p:cNvSpPr>
          <p:nvPr/>
        </p:nvSpPr>
        <p:spPr bwMode="auto">
          <a:xfrm>
            <a:off x="4495800" y="5981700"/>
            <a:ext cx="2209800" cy="95250"/>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794" name="Rectangle 26">
            <a:extLst>
              <a:ext uri="{FF2B5EF4-FFF2-40B4-BE49-F238E27FC236}">
                <a16:creationId xmlns:a16="http://schemas.microsoft.com/office/drawing/2014/main" id="{D2F0AE64-6F14-88B3-823B-402ED474C637}"/>
              </a:ext>
            </a:extLst>
          </p:cNvPr>
          <p:cNvSpPr>
            <a:spLocks noChangeArrowheads="1"/>
          </p:cNvSpPr>
          <p:nvPr/>
        </p:nvSpPr>
        <p:spPr bwMode="auto">
          <a:xfrm>
            <a:off x="3505200" y="5743575"/>
            <a:ext cx="12954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795" name="Line 27">
            <a:extLst>
              <a:ext uri="{FF2B5EF4-FFF2-40B4-BE49-F238E27FC236}">
                <a16:creationId xmlns:a16="http://schemas.microsoft.com/office/drawing/2014/main" id="{23D0F666-50CA-CB7C-C355-7CD1CC8316ED}"/>
              </a:ext>
            </a:extLst>
          </p:cNvPr>
          <p:cNvSpPr>
            <a:spLocks noChangeShapeType="1"/>
          </p:cNvSpPr>
          <p:nvPr/>
        </p:nvSpPr>
        <p:spPr bwMode="auto">
          <a:xfrm>
            <a:off x="3686175" y="5992813"/>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96" name="Text Box 28">
            <a:extLst>
              <a:ext uri="{FF2B5EF4-FFF2-40B4-BE49-F238E27FC236}">
                <a16:creationId xmlns:a16="http://schemas.microsoft.com/office/drawing/2014/main" id="{0FB13479-0FA8-746F-6090-9146DBDD5AA7}"/>
              </a:ext>
            </a:extLst>
          </p:cNvPr>
          <p:cNvSpPr txBox="1">
            <a:spLocks noChangeArrowheads="1"/>
          </p:cNvSpPr>
          <p:nvPr/>
        </p:nvSpPr>
        <p:spPr bwMode="auto">
          <a:xfrm>
            <a:off x="3557588" y="6081713"/>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797" name="Line 29">
            <a:extLst>
              <a:ext uri="{FF2B5EF4-FFF2-40B4-BE49-F238E27FC236}">
                <a16:creationId xmlns:a16="http://schemas.microsoft.com/office/drawing/2014/main" id="{6AB03E5E-82D2-CD26-192D-1681C24FCF58}"/>
              </a:ext>
            </a:extLst>
          </p:cNvPr>
          <p:cNvSpPr>
            <a:spLocks noChangeShapeType="1"/>
          </p:cNvSpPr>
          <p:nvPr/>
        </p:nvSpPr>
        <p:spPr bwMode="auto">
          <a:xfrm>
            <a:off x="3686175" y="53975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98" name="Text Box 30">
            <a:extLst>
              <a:ext uri="{FF2B5EF4-FFF2-40B4-BE49-F238E27FC236}">
                <a16:creationId xmlns:a16="http://schemas.microsoft.com/office/drawing/2014/main" id="{AB724BB4-E435-E00D-B53F-FF6DF5277505}"/>
              </a:ext>
            </a:extLst>
          </p:cNvPr>
          <p:cNvSpPr txBox="1">
            <a:spLocks noChangeArrowheads="1"/>
          </p:cNvSpPr>
          <p:nvPr/>
        </p:nvSpPr>
        <p:spPr bwMode="auto">
          <a:xfrm>
            <a:off x="3557588" y="5486400"/>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799" name="Line 31">
            <a:extLst>
              <a:ext uri="{FF2B5EF4-FFF2-40B4-BE49-F238E27FC236}">
                <a16:creationId xmlns:a16="http://schemas.microsoft.com/office/drawing/2014/main" id="{6FBDE091-CB60-1999-D094-1B19CA78C2F0}"/>
              </a:ext>
            </a:extLst>
          </p:cNvPr>
          <p:cNvSpPr>
            <a:spLocks noChangeShapeType="1"/>
          </p:cNvSpPr>
          <p:nvPr/>
        </p:nvSpPr>
        <p:spPr bwMode="auto">
          <a:xfrm>
            <a:off x="3686175" y="48164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00" name="Text Box 32">
            <a:extLst>
              <a:ext uri="{FF2B5EF4-FFF2-40B4-BE49-F238E27FC236}">
                <a16:creationId xmlns:a16="http://schemas.microsoft.com/office/drawing/2014/main" id="{C25A079C-A999-AE33-00A5-AB9E87A46AEA}"/>
              </a:ext>
            </a:extLst>
          </p:cNvPr>
          <p:cNvSpPr txBox="1">
            <a:spLocks noChangeArrowheads="1"/>
          </p:cNvSpPr>
          <p:nvPr/>
        </p:nvSpPr>
        <p:spPr bwMode="auto">
          <a:xfrm>
            <a:off x="3557588" y="4905375"/>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801" name="Line 33">
            <a:extLst>
              <a:ext uri="{FF2B5EF4-FFF2-40B4-BE49-F238E27FC236}">
                <a16:creationId xmlns:a16="http://schemas.microsoft.com/office/drawing/2014/main" id="{2C05584D-8121-24D1-F5EA-E815D5223D7F}"/>
              </a:ext>
            </a:extLst>
          </p:cNvPr>
          <p:cNvSpPr>
            <a:spLocks noChangeShapeType="1"/>
          </p:cNvSpPr>
          <p:nvPr/>
        </p:nvSpPr>
        <p:spPr bwMode="auto">
          <a:xfrm>
            <a:off x="4343400" y="53879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02" name="Text Box 34">
            <a:extLst>
              <a:ext uri="{FF2B5EF4-FFF2-40B4-BE49-F238E27FC236}">
                <a16:creationId xmlns:a16="http://schemas.microsoft.com/office/drawing/2014/main" id="{E62C77ED-D5BC-5546-FD86-549C3F9BE091}"/>
              </a:ext>
            </a:extLst>
          </p:cNvPr>
          <p:cNvSpPr txBox="1">
            <a:spLocks noChangeArrowheads="1"/>
          </p:cNvSpPr>
          <p:nvPr/>
        </p:nvSpPr>
        <p:spPr bwMode="auto">
          <a:xfrm>
            <a:off x="4214813" y="5476875"/>
            <a:ext cx="3254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32803" name="Freeform 35">
            <a:extLst>
              <a:ext uri="{FF2B5EF4-FFF2-40B4-BE49-F238E27FC236}">
                <a16:creationId xmlns:a16="http://schemas.microsoft.com/office/drawing/2014/main" id="{C419E6A8-221B-9845-9F86-40EE144EDFC3}"/>
              </a:ext>
            </a:extLst>
          </p:cNvPr>
          <p:cNvSpPr>
            <a:spLocks/>
          </p:cNvSpPr>
          <p:nvPr/>
        </p:nvSpPr>
        <p:spPr bwMode="auto">
          <a:xfrm>
            <a:off x="5676900" y="5395913"/>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04" name="Text Box 36">
            <a:extLst>
              <a:ext uri="{FF2B5EF4-FFF2-40B4-BE49-F238E27FC236}">
                <a16:creationId xmlns:a16="http://schemas.microsoft.com/office/drawing/2014/main" id="{1E53DCF6-E32D-D9C6-C9CD-3EA9E5C10DED}"/>
              </a:ext>
            </a:extLst>
          </p:cNvPr>
          <p:cNvSpPr txBox="1">
            <a:spLocks noChangeArrowheads="1"/>
          </p:cNvSpPr>
          <p:nvPr/>
        </p:nvSpPr>
        <p:spPr bwMode="auto">
          <a:xfrm>
            <a:off x="3905250" y="5749925"/>
            <a:ext cx="4826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i="1">
                <a:latin typeface="Times New Roman" panose="02020603050405020304" pitchFamily="18" charset="0"/>
              </a:rPr>
              <a:t>OUTR</a:t>
            </a:r>
            <a:endParaRPr lang="en-US" altLang="en-US" sz="1400">
              <a:latin typeface="Times New Roman" panose="02020603050405020304" pitchFamily="18" charset="0"/>
            </a:endParaRPr>
          </a:p>
        </p:txBody>
      </p:sp>
      <p:sp>
        <p:nvSpPr>
          <p:cNvPr id="32805" name="AutoShape 37">
            <a:extLst>
              <a:ext uri="{FF2B5EF4-FFF2-40B4-BE49-F238E27FC236}">
                <a16:creationId xmlns:a16="http://schemas.microsoft.com/office/drawing/2014/main" id="{482879F1-C991-FEE6-ACE1-76ED3A3AF7B0}"/>
              </a:ext>
            </a:extLst>
          </p:cNvPr>
          <p:cNvSpPr>
            <a:spLocks noChangeArrowheads="1"/>
          </p:cNvSpPr>
          <p:nvPr/>
        </p:nvSpPr>
        <p:spPr bwMode="auto">
          <a:xfrm>
            <a:off x="4462463" y="5910263"/>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06" name="Freeform 38">
            <a:extLst>
              <a:ext uri="{FF2B5EF4-FFF2-40B4-BE49-F238E27FC236}">
                <a16:creationId xmlns:a16="http://schemas.microsoft.com/office/drawing/2014/main" id="{CF93E8F2-61AF-FDD2-5ED3-B2C3FB17572E}"/>
              </a:ext>
            </a:extLst>
          </p:cNvPr>
          <p:cNvSpPr>
            <a:spLocks/>
          </p:cNvSpPr>
          <p:nvPr/>
        </p:nvSpPr>
        <p:spPr bwMode="auto">
          <a:xfrm>
            <a:off x="1606550" y="3676650"/>
            <a:ext cx="5405438" cy="419100"/>
          </a:xfrm>
          <a:custGeom>
            <a:avLst/>
            <a:gdLst>
              <a:gd name="T0" fmla="*/ 2147483646 w 3405"/>
              <a:gd name="T1" fmla="*/ 2147483646 h 264"/>
              <a:gd name="T2" fmla="*/ 0 w 3405"/>
              <a:gd name="T3" fmla="*/ 2147483646 h 264"/>
              <a:gd name="T4" fmla="*/ 2147483646 w 3405"/>
              <a:gd name="T5" fmla="*/ 2147483646 h 264"/>
              <a:gd name="T6" fmla="*/ 2147483646 w 3405"/>
              <a:gd name="T7" fmla="*/ 0 h 264"/>
              <a:gd name="T8" fmla="*/ 0 60000 65536"/>
              <a:gd name="T9" fmla="*/ 0 60000 65536"/>
              <a:gd name="T10" fmla="*/ 0 60000 65536"/>
              <a:gd name="T11" fmla="*/ 0 60000 65536"/>
              <a:gd name="T12" fmla="*/ 0 w 3405"/>
              <a:gd name="T13" fmla="*/ 0 h 264"/>
              <a:gd name="T14" fmla="*/ 3405 w 3405"/>
              <a:gd name="T15" fmla="*/ 264 h 264"/>
            </a:gdLst>
            <a:ahLst/>
            <a:cxnLst>
              <a:cxn ang="T8">
                <a:pos x="T0" y="T1"/>
              </a:cxn>
              <a:cxn ang="T9">
                <a:pos x="T2" y="T3"/>
              </a:cxn>
              <a:cxn ang="T10">
                <a:pos x="T4" y="T5"/>
              </a:cxn>
              <a:cxn ang="T11">
                <a:pos x="T6" y="T7"/>
              </a:cxn>
            </a:cxnLst>
            <a:rect l="T12" t="T13" r="T14" b="T15"/>
            <a:pathLst>
              <a:path w="3405" h="264">
                <a:moveTo>
                  <a:pt x="1" y="68"/>
                </a:moveTo>
                <a:lnTo>
                  <a:pt x="0" y="264"/>
                </a:lnTo>
                <a:lnTo>
                  <a:pt x="3405" y="264"/>
                </a:lnTo>
                <a:lnTo>
                  <a:pt x="3404"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07" name="Rectangle 39">
            <a:extLst>
              <a:ext uri="{FF2B5EF4-FFF2-40B4-BE49-F238E27FC236}">
                <a16:creationId xmlns:a16="http://schemas.microsoft.com/office/drawing/2014/main" id="{D2DABDF2-5A8E-423C-F7D3-2892439EB06D}"/>
              </a:ext>
            </a:extLst>
          </p:cNvPr>
          <p:cNvSpPr>
            <a:spLocks noChangeArrowheads="1"/>
          </p:cNvSpPr>
          <p:nvPr/>
        </p:nvSpPr>
        <p:spPr bwMode="auto">
          <a:xfrm>
            <a:off x="3505200" y="4600575"/>
            <a:ext cx="2324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08" name="AutoShape 40">
            <a:extLst>
              <a:ext uri="{FF2B5EF4-FFF2-40B4-BE49-F238E27FC236}">
                <a16:creationId xmlns:a16="http://schemas.microsoft.com/office/drawing/2014/main" id="{F1349895-E195-D8BB-815E-C9DA0AC1E02D}"/>
              </a:ext>
            </a:extLst>
          </p:cNvPr>
          <p:cNvSpPr>
            <a:spLocks noChangeArrowheads="1"/>
          </p:cNvSpPr>
          <p:nvPr/>
        </p:nvSpPr>
        <p:spPr bwMode="auto">
          <a:xfrm>
            <a:off x="5634038" y="4772025"/>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09" name="Text Box 41">
            <a:extLst>
              <a:ext uri="{FF2B5EF4-FFF2-40B4-BE49-F238E27FC236}">
                <a16:creationId xmlns:a16="http://schemas.microsoft.com/office/drawing/2014/main" id="{70461448-371F-1ECD-0CDB-85B3D44EB493}"/>
              </a:ext>
            </a:extLst>
          </p:cNvPr>
          <p:cNvSpPr txBox="1">
            <a:spLocks noChangeArrowheads="1"/>
          </p:cNvSpPr>
          <p:nvPr/>
        </p:nvSpPr>
        <p:spPr bwMode="auto">
          <a:xfrm>
            <a:off x="4567238" y="4606925"/>
            <a:ext cx="1857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IR</a:t>
            </a:r>
            <a:endParaRPr lang="en-US" altLang="en-US" sz="1400">
              <a:latin typeface="Times New Roman" panose="02020603050405020304" pitchFamily="18" charset="0"/>
            </a:endParaRPr>
          </a:p>
        </p:txBody>
      </p:sp>
      <p:sp>
        <p:nvSpPr>
          <p:cNvPr id="32810" name="Rectangle 42">
            <a:extLst>
              <a:ext uri="{FF2B5EF4-FFF2-40B4-BE49-F238E27FC236}">
                <a16:creationId xmlns:a16="http://schemas.microsoft.com/office/drawing/2014/main" id="{83D72D9B-A147-47D7-2035-0957FA8DC421}"/>
              </a:ext>
            </a:extLst>
          </p:cNvPr>
          <p:cNvSpPr>
            <a:spLocks noChangeArrowheads="1"/>
          </p:cNvSpPr>
          <p:nvPr/>
        </p:nvSpPr>
        <p:spPr bwMode="auto">
          <a:xfrm>
            <a:off x="3505200" y="4224338"/>
            <a:ext cx="1209675"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11" name="Text Box 43">
            <a:extLst>
              <a:ext uri="{FF2B5EF4-FFF2-40B4-BE49-F238E27FC236}">
                <a16:creationId xmlns:a16="http://schemas.microsoft.com/office/drawing/2014/main" id="{63950349-76B0-E232-10E6-7A5144035DDD}"/>
              </a:ext>
            </a:extLst>
          </p:cNvPr>
          <p:cNvSpPr txBox="1">
            <a:spLocks noChangeArrowheads="1"/>
          </p:cNvSpPr>
          <p:nvPr/>
        </p:nvSpPr>
        <p:spPr bwMode="auto">
          <a:xfrm>
            <a:off x="3935413" y="4230688"/>
            <a:ext cx="4127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INPR</a:t>
            </a:r>
            <a:endParaRPr lang="en-US" altLang="en-US" sz="1400">
              <a:latin typeface="Times New Roman" panose="02020603050405020304" pitchFamily="18" charset="0"/>
            </a:endParaRPr>
          </a:p>
        </p:txBody>
      </p:sp>
      <p:sp>
        <p:nvSpPr>
          <p:cNvPr id="32812" name="Line 44">
            <a:extLst>
              <a:ext uri="{FF2B5EF4-FFF2-40B4-BE49-F238E27FC236}">
                <a16:creationId xmlns:a16="http://schemas.microsoft.com/office/drawing/2014/main" id="{D99A2BDC-1CA8-9FF8-A3D5-D06FB5A133E8}"/>
              </a:ext>
            </a:extLst>
          </p:cNvPr>
          <p:cNvSpPr>
            <a:spLocks noChangeShapeType="1"/>
          </p:cNvSpPr>
          <p:nvPr/>
        </p:nvSpPr>
        <p:spPr bwMode="auto">
          <a:xfrm>
            <a:off x="3686175" y="37941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13" name="Text Box 45">
            <a:extLst>
              <a:ext uri="{FF2B5EF4-FFF2-40B4-BE49-F238E27FC236}">
                <a16:creationId xmlns:a16="http://schemas.microsoft.com/office/drawing/2014/main" id="{0F5698D1-EE8A-259A-8123-618E68EF8D5B}"/>
              </a:ext>
            </a:extLst>
          </p:cNvPr>
          <p:cNvSpPr txBox="1">
            <a:spLocks noChangeArrowheads="1"/>
          </p:cNvSpPr>
          <p:nvPr/>
        </p:nvSpPr>
        <p:spPr bwMode="auto">
          <a:xfrm>
            <a:off x="3557588" y="3848100"/>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814" name="Line 46">
            <a:extLst>
              <a:ext uri="{FF2B5EF4-FFF2-40B4-BE49-F238E27FC236}">
                <a16:creationId xmlns:a16="http://schemas.microsoft.com/office/drawing/2014/main" id="{08BBBF2A-6AFE-3097-24C6-2CDB3969F6F9}"/>
              </a:ext>
            </a:extLst>
          </p:cNvPr>
          <p:cNvSpPr>
            <a:spLocks noChangeShapeType="1"/>
          </p:cNvSpPr>
          <p:nvPr/>
        </p:nvSpPr>
        <p:spPr bwMode="auto">
          <a:xfrm>
            <a:off x="4343400" y="38036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15" name="Text Box 47">
            <a:extLst>
              <a:ext uri="{FF2B5EF4-FFF2-40B4-BE49-F238E27FC236}">
                <a16:creationId xmlns:a16="http://schemas.microsoft.com/office/drawing/2014/main" id="{FE87F03B-30B9-ABE4-F290-F63E687201DC}"/>
              </a:ext>
            </a:extLst>
          </p:cNvPr>
          <p:cNvSpPr txBox="1">
            <a:spLocks noChangeArrowheads="1"/>
          </p:cNvSpPr>
          <p:nvPr/>
        </p:nvSpPr>
        <p:spPr bwMode="auto">
          <a:xfrm>
            <a:off x="4214813" y="3857625"/>
            <a:ext cx="3254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32816" name="Line 48">
            <a:extLst>
              <a:ext uri="{FF2B5EF4-FFF2-40B4-BE49-F238E27FC236}">
                <a16:creationId xmlns:a16="http://schemas.microsoft.com/office/drawing/2014/main" id="{8633943D-F6EE-A63D-CFC4-E5156D3B12E3}"/>
              </a:ext>
            </a:extLst>
          </p:cNvPr>
          <p:cNvSpPr>
            <a:spLocks noChangeShapeType="1"/>
          </p:cNvSpPr>
          <p:nvPr/>
        </p:nvSpPr>
        <p:spPr bwMode="auto">
          <a:xfrm>
            <a:off x="5005388" y="37941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17" name="Text Box 49">
            <a:extLst>
              <a:ext uri="{FF2B5EF4-FFF2-40B4-BE49-F238E27FC236}">
                <a16:creationId xmlns:a16="http://schemas.microsoft.com/office/drawing/2014/main" id="{DB87FEDB-12C2-9746-4F2C-FAB6AF643DF0}"/>
              </a:ext>
            </a:extLst>
          </p:cNvPr>
          <p:cNvSpPr txBox="1">
            <a:spLocks noChangeArrowheads="1"/>
          </p:cNvSpPr>
          <p:nvPr/>
        </p:nvSpPr>
        <p:spPr bwMode="auto">
          <a:xfrm>
            <a:off x="4876800" y="3848100"/>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32818" name="Freeform 50">
            <a:extLst>
              <a:ext uri="{FF2B5EF4-FFF2-40B4-BE49-F238E27FC236}">
                <a16:creationId xmlns:a16="http://schemas.microsoft.com/office/drawing/2014/main" id="{6FCD737E-6BCF-7DE2-F17A-02437000B7C1}"/>
              </a:ext>
            </a:extLst>
          </p:cNvPr>
          <p:cNvSpPr>
            <a:spLocks/>
          </p:cNvSpPr>
          <p:nvPr/>
        </p:nvSpPr>
        <p:spPr bwMode="auto">
          <a:xfrm>
            <a:off x="5676900" y="3781425"/>
            <a:ext cx="642938" cy="147638"/>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19" name="Line 51">
            <a:extLst>
              <a:ext uri="{FF2B5EF4-FFF2-40B4-BE49-F238E27FC236}">
                <a16:creationId xmlns:a16="http://schemas.microsoft.com/office/drawing/2014/main" id="{48B9859A-ECED-5E13-B915-2C4B22D7E83D}"/>
              </a:ext>
            </a:extLst>
          </p:cNvPr>
          <p:cNvSpPr>
            <a:spLocks noChangeShapeType="1"/>
          </p:cNvSpPr>
          <p:nvPr/>
        </p:nvSpPr>
        <p:spPr bwMode="auto">
          <a:xfrm>
            <a:off x="3686175" y="30448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0" name="Text Box 52">
            <a:extLst>
              <a:ext uri="{FF2B5EF4-FFF2-40B4-BE49-F238E27FC236}">
                <a16:creationId xmlns:a16="http://schemas.microsoft.com/office/drawing/2014/main" id="{2167A640-DA28-02F8-A99F-44984222FB4F}"/>
              </a:ext>
            </a:extLst>
          </p:cNvPr>
          <p:cNvSpPr txBox="1">
            <a:spLocks noChangeArrowheads="1"/>
          </p:cNvSpPr>
          <p:nvPr/>
        </p:nvSpPr>
        <p:spPr bwMode="auto">
          <a:xfrm>
            <a:off x="3557588" y="3100388"/>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821" name="Line 53">
            <a:extLst>
              <a:ext uri="{FF2B5EF4-FFF2-40B4-BE49-F238E27FC236}">
                <a16:creationId xmlns:a16="http://schemas.microsoft.com/office/drawing/2014/main" id="{441BDA24-BCC5-D285-35D4-E9978E03F279}"/>
              </a:ext>
            </a:extLst>
          </p:cNvPr>
          <p:cNvSpPr>
            <a:spLocks noChangeShapeType="1"/>
          </p:cNvSpPr>
          <p:nvPr/>
        </p:nvSpPr>
        <p:spPr bwMode="auto">
          <a:xfrm>
            <a:off x="4343400" y="30543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2" name="Text Box 54">
            <a:extLst>
              <a:ext uri="{FF2B5EF4-FFF2-40B4-BE49-F238E27FC236}">
                <a16:creationId xmlns:a16="http://schemas.microsoft.com/office/drawing/2014/main" id="{1740ED46-858A-F06E-DC0A-20473099E5C1}"/>
              </a:ext>
            </a:extLst>
          </p:cNvPr>
          <p:cNvSpPr txBox="1">
            <a:spLocks noChangeArrowheads="1"/>
          </p:cNvSpPr>
          <p:nvPr/>
        </p:nvSpPr>
        <p:spPr bwMode="auto">
          <a:xfrm>
            <a:off x="4214813" y="3109913"/>
            <a:ext cx="3254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32823" name="Line 55">
            <a:extLst>
              <a:ext uri="{FF2B5EF4-FFF2-40B4-BE49-F238E27FC236}">
                <a16:creationId xmlns:a16="http://schemas.microsoft.com/office/drawing/2014/main" id="{7C536D60-6398-1CA6-BED9-08C11EEE1AA2}"/>
              </a:ext>
            </a:extLst>
          </p:cNvPr>
          <p:cNvSpPr>
            <a:spLocks noChangeShapeType="1"/>
          </p:cNvSpPr>
          <p:nvPr/>
        </p:nvSpPr>
        <p:spPr bwMode="auto">
          <a:xfrm>
            <a:off x="5005388" y="30448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4" name="Text Box 56">
            <a:extLst>
              <a:ext uri="{FF2B5EF4-FFF2-40B4-BE49-F238E27FC236}">
                <a16:creationId xmlns:a16="http://schemas.microsoft.com/office/drawing/2014/main" id="{2BC645D2-7BA6-9F3A-2523-51BD4F629AC1}"/>
              </a:ext>
            </a:extLst>
          </p:cNvPr>
          <p:cNvSpPr txBox="1">
            <a:spLocks noChangeArrowheads="1"/>
          </p:cNvSpPr>
          <p:nvPr/>
        </p:nvSpPr>
        <p:spPr bwMode="auto">
          <a:xfrm>
            <a:off x="4876800" y="3100388"/>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32825" name="Freeform 57">
            <a:extLst>
              <a:ext uri="{FF2B5EF4-FFF2-40B4-BE49-F238E27FC236}">
                <a16:creationId xmlns:a16="http://schemas.microsoft.com/office/drawing/2014/main" id="{2365A728-6611-7829-D818-B9A30A26CAB7}"/>
              </a:ext>
            </a:extLst>
          </p:cNvPr>
          <p:cNvSpPr>
            <a:spLocks/>
          </p:cNvSpPr>
          <p:nvPr/>
        </p:nvSpPr>
        <p:spPr bwMode="auto">
          <a:xfrm>
            <a:off x="5676900" y="3033713"/>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26" name="Line 58">
            <a:extLst>
              <a:ext uri="{FF2B5EF4-FFF2-40B4-BE49-F238E27FC236}">
                <a16:creationId xmlns:a16="http://schemas.microsoft.com/office/drawing/2014/main" id="{A6ACF08E-0654-6CBE-C012-694A112EFA76}"/>
              </a:ext>
            </a:extLst>
          </p:cNvPr>
          <p:cNvSpPr>
            <a:spLocks noChangeShapeType="1"/>
          </p:cNvSpPr>
          <p:nvPr/>
        </p:nvSpPr>
        <p:spPr bwMode="auto">
          <a:xfrm>
            <a:off x="4052888" y="24796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7" name="Text Box 59">
            <a:extLst>
              <a:ext uri="{FF2B5EF4-FFF2-40B4-BE49-F238E27FC236}">
                <a16:creationId xmlns:a16="http://schemas.microsoft.com/office/drawing/2014/main" id="{F9E18C5B-B108-2AD0-62CB-9975BCFB48F3}"/>
              </a:ext>
            </a:extLst>
          </p:cNvPr>
          <p:cNvSpPr txBox="1">
            <a:spLocks noChangeArrowheads="1"/>
          </p:cNvSpPr>
          <p:nvPr/>
        </p:nvSpPr>
        <p:spPr bwMode="auto">
          <a:xfrm>
            <a:off x="3924300" y="2524125"/>
            <a:ext cx="25558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828" name="Line 60">
            <a:extLst>
              <a:ext uri="{FF2B5EF4-FFF2-40B4-BE49-F238E27FC236}">
                <a16:creationId xmlns:a16="http://schemas.microsoft.com/office/drawing/2014/main" id="{08995D0F-5F98-1A19-EA64-A090801ABF65}"/>
              </a:ext>
            </a:extLst>
          </p:cNvPr>
          <p:cNvSpPr>
            <a:spLocks noChangeShapeType="1"/>
          </p:cNvSpPr>
          <p:nvPr/>
        </p:nvSpPr>
        <p:spPr bwMode="auto">
          <a:xfrm>
            <a:off x="4595813" y="24828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9" name="Text Box 61">
            <a:extLst>
              <a:ext uri="{FF2B5EF4-FFF2-40B4-BE49-F238E27FC236}">
                <a16:creationId xmlns:a16="http://schemas.microsoft.com/office/drawing/2014/main" id="{8C156749-7F94-1CBF-54E9-21F252879341}"/>
              </a:ext>
            </a:extLst>
          </p:cNvPr>
          <p:cNvSpPr txBox="1">
            <a:spLocks noChangeArrowheads="1"/>
          </p:cNvSpPr>
          <p:nvPr/>
        </p:nvSpPr>
        <p:spPr bwMode="auto">
          <a:xfrm>
            <a:off x="4467225" y="2527300"/>
            <a:ext cx="3254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32830" name="Line 62">
            <a:extLst>
              <a:ext uri="{FF2B5EF4-FFF2-40B4-BE49-F238E27FC236}">
                <a16:creationId xmlns:a16="http://schemas.microsoft.com/office/drawing/2014/main" id="{6E6F6A15-3CC9-0A37-63FA-336BA4B479BA}"/>
              </a:ext>
            </a:extLst>
          </p:cNvPr>
          <p:cNvSpPr>
            <a:spLocks noChangeShapeType="1"/>
          </p:cNvSpPr>
          <p:nvPr/>
        </p:nvSpPr>
        <p:spPr bwMode="auto">
          <a:xfrm>
            <a:off x="5119688" y="24733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31" name="Text Box 63">
            <a:extLst>
              <a:ext uri="{FF2B5EF4-FFF2-40B4-BE49-F238E27FC236}">
                <a16:creationId xmlns:a16="http://schemas.microsoft.com/office/drawing/2014/main" id="{63991700-8033-F409-14B1-5AA97C036E2B}"/>
              </a:ext>
            </a:extLst>
          </p:cNvPr>
          <p:cNvSpPr txBox="1">
            <a:spLocks noChangeArrowheads="1"/>
          </p:cNvSpPr>
          <p:nvPr/>
        </p:nvSpPr>
        <p:spPr bwMode="auto">
          <a:xfrm>
            <a:off x="4991100" y="2517775"/>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32832" name="Freeform 64">
            <a:extLst>
              <a:ext uri="{FF2B5EF4-FFF2-40B4-BE49-F238E27FC236}">
                <a16:creationId xmlns:a16="http://schemas.microsoft.com/office/drawing/2014/main" id="{736FE111-BD58-CC36-0246-374D78C848E2}"/>
              </a:ext>
            </a:extLst>
          </p:cNvPr>
          <p:cNvSpPr>
            <a:spLocks/>
          </p:cNvSpPr>
          <p:nvPr/>
        </p:nvSpPr>
        <p:spPr bwMode="auto">
          <a:xfrm>
            <a:off x="5676900" y="2457450"/>
            <a:ext cx="642938" cy="147638"/>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33" name="Line 65">
            <a:extLst>
              <a:ext uri="{FF2B5EF4-FFF2-40B4-BE49-F238E27FC236}">
                <a16:creationId xmlns:a16="http://schemas.microsoft.com/office/drawing/2014/main" id="{73C356DB-4B0F-748C-7B70-55F3EDC52E6C}"/>
              </a:ext>
            </a:extLst>
          </p:cNvPr>
          <p:cNvSpPr>
            <a:spLocks noChangeShapeType="1"/>
          </p:cNvSpPr>
          <p:nvPr/>
        </p:nvSpPr>
        <p:spPr bwMode="auto">
          <a:xfrm>
            <a:off x="4052888" y="19145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34" name="Text Box 66">
            <a:extLst>
              <a:ext uri="{FF2B5EF4-FFF2-40B4-BE49-F238E27FC236}">
                <a16:creationId xmlns:a16="http://schemas.microsoft.com/office/drawing/2014/main" id="{A53FF483-3DF7-11D2-35D6-49869DB00B39}"/>
              </a:ext>
            </a:extLst>
          </p:cNvPr>
          <p:cNvSpPr txBox="1">
            <a:spLocks noChangeArrowheads="1"/>
          </p:cNvSpPr>
          <p:nvPr/>
        </p:nvSpPr>
        <p:spPr bwMode="auto">
          <a:xfrm>
            <a:off x="3924300" y="1957388"/>
            <a:ext cx="25558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835" name="Line 67">
            <a:extLst>
              <a:ext uri="{FF2B5EF4-FFF2-40B4-BE49-F238E27FC236}">
                <a16:creationId xmlns:a16="http://schemas.microsoft.com/office/drawing/2014/main" id="{C82C6253-4233-947D-53BA-539493806340}"/>
              </a:ext>
            </a:extLst>
          </p:cNvPr>
          <p:cNvSpPr>
            <a:spLocks noChangeShapeType="1"/>
          </p:cNvSpPr>
          <p:nvPr/>
        </p:nvSpPr>
        <p:spPr bwMode="auto">
          <a:xfrm>
            <a:off x="4595813" y="19177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36" name="Text Box 68">
            <a:extLst>
              <a:ext uri="{FF2B5EF4-FFF2-40B4-BE49-F238E27FC236}">
                <a16:creationId xmlns:a16="http://schemas.microsoft.com/office/drawing/2014/main" id="{DD20DB8C-8BDE-EC13-B3F9-19FE0F3262AD}"/>
              </a:ext>
            </a:extLst>
          </p:cNvPr>
          <p:cNvSpPr txBox="1">
            <a:spLocks noChangeArrowheads="1"/>
          </p:cNvSpPr>
          <p:nvPr/>
        </p:nvSpPr>
        <p:spPr bwMode="auto">
          <a:xfrm>
            <a:off x="4467225" y="1960563"/>
            <a:ext cx="3254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32837" name="Line 69">
            <a:extLst>
              <a:ext uri="{FF2B5EF4-FFF2-40B4-BE49-F238E27FC236}">
                <a16:creationId xmlns:a16="http://schemas.microsoft.com/office/drawing/2014/main" id="{2A6703D0-7900-C57B-FCEA-E2D45D1AF394}"/>
              </a:ext>
            </a:extLst>
          </p:cNvPr>
          <p:cNvSpPr>
            <a:spLocks noChangeShapeType="1"/>
          </p:cNvSpPr>
          <p:nvPr/>
        </p:nvSpPr>
        <p:spPr bwMode="auto">
          <a:xfrm>
            <a:off x="5119688" y="19081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38" name="Text Box 70">
            <a:extLst>
              <a:ext uri="{FF2B5EF4-FFF2-40B4-BE49-F238E27FC236}">
                <a16:creationId xmlns:a16="http://schemas.microsoft.com/office/drawing/2014/main" id="{3740D86C-3D95-9696-949F-200A613D6DDD}"/>
              </a:ext>
            </a:extLst>
          </p:cNvPr>
          <p:cNvSpPr txBox="1">
            <a:spLocks noChangeArrowheads="1"/>
          </p:cNvSpPr>
          <p:nvPr/>
        </p:nvSpPr>
        <p:spPr bwMode="auto">
          <a:xfrm>
            <a:off x="4991100" y="1951038"/>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32839" name="Freeform 71">
            <a:extLst>
              <a:ext uri="{FF2B5EF4-FFF2-40B4-BE49-F238E27FC236}">
                <a16:creationId xmlns:a16="http://schemas.microsoft.com/office/drawing/2014/main" id="{3918B704-66AF-04B8-D141-8667B5F9C6A1}"/>
              </a:ext>
            </a:extLst>
          </p:cNvPr>
          <p:cNvSpPr>
            <a:spLocks/>
          </p:cNvSpPr>
          <p:nvPr/>
        </p:nvSpPr>
        <p:spPr bwMode="auto">
          <a:xfrm>
            <a:off x="5676900" y="1890713"/>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40" name="Line 72">
            <a:extLst>
              <a:ext uri="{FF2B5EF4-FFF2-40B4-BE49-F238E27FC236}">
                <a16:creationId xmlns:a16="http://schemas.microsoft.com/office/drawing/2014/main" id="{9F6C5AFA-B416-E7E7-60BD-2DA22BB06BB1}"/>
              </a:ext>
            </a:extLst>
          </p:cNvPr>
          <p:cNvSpPr>
            <a:spLocks noChangeShapeType="1"/>
          </p:cNvSpPr>
          <p:nvPr/>
        </p:nvSpPr>
        <p:spPr bwMode="auto">
          <a:xfrm>
            <a:off x="4114800" y="1309688"/>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41" name="Text Box 73">
            <a:extLst>
              <a:ext uri="{FF2B5EF4-FFF2-40B4-BE49-F238E27FC236}">
                <a16:creationId xmlns:a16="http://schemas.microsoft.com/office/drawing/2014/main" id="{D497FEC5-91AA-59D8-FB6A-F100264FFBA8}"/>
              </a:ext>
            </a:extLst>
          </p:cNvPr>
          <p:cNvSpPr txBox="1">
            <a:spLocks noChangeArrowheads="1"/>
          </p:cNvSpPr>
          <p:nvPr/>
        </p:nvSpPr>
        <p:spPr bwMode="auto">
          <a:xfrm>
            <a:off x="3822700" y="1398588"/>
            <a:ext cx="5810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latin typeface="Times New Roman" panose="02020603050405020304" pitchFamily="18" charset="0"/>
              </a:rPr>
              <a:t>WRITE</a:t>
            </a:r>
          </a:p>
        </p:txBody>
      </p:sp>
      <p:sp>
        <p:nvSpPr>
          <p:cNvPr id="32842" name="Text Box 74">
            <a:extLst>
              <a:ext uri="{FF2B5EF4-FFF2-40B4-BE49-F238E27FC236}">
                <a16:creationId xmlns:a16="http://schemas.microsoft.com/office/drawing/2014/main" id="{4846AEEE-BE8D-559D-B24C-00399B25D353}"/>
              </a:ext>
            </a:extLst>
          </p:cNvPr>
          <p:cNvSpPr txBox="1">
            <a:spLocks noChangeArrowheads="1"/>
          </p:cNvSpPr>
          <p:nvPr/>
        </p:nvSpPr>
        <p:spPr bwMode="auto">
          <a:xfrm>
            <a:off x="6053138" y="1233488"/>
            <a:ext cx="436562"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000">
                <a:latin typeface="Times New Roman" panose="02020603050405020304" pitchFamily="18" charset="0"/>
              </a:rPr>
              <a:t>Address</a:t>
            </a:r>
            <a:endParaRPr lang="en-US" altLang="en-US" sz="1400">
              <a:latin typeface="Times New Roman" panose="02020603050405020304" pitchFamily="18" charset="0"/>
            </a:endParaRPr>
          </a:p>
        </p:txBody>
      </p:sp>
      <p:sp>
        <p:nvSpPr>
          <p:cNvPr id="32843" name="Line 75">
            <a:extLst>
              <a:ext uri="{FF2B5EF4-FFF2-40B4-BE49-F238E27FC236}">
                <a16:creationId xmlns:a16="http://schemas.microsoft.com/office/drawing/2014/main" id="{1532C2AB-188A-61F0-4123-DBAEE7ECF93D}"/>
              </a:ext>
            </a:extLst>
          </p:cNvPr>
          <p:cNvSpPr>
            <a:spLocks noChangeShapeType="1"/>
          </p:cNvSpPr>
          <p:nvPr/>
        </p:nvSpPr>
        <p:spPr bwMode="auto">
          <a:xfrm>
            <a:off x="6324600" y="2025650"/>
            <a:ext cx="0" cy="4060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44" name="Line 76">
            <a:extLst>
              <a:ext uri="{FF2B5EF4-FFF2-40B4-BE49-F238E27FC236}">
                <a16:creationId xmlns:a16="http://schemas.microsoft.com/office/drawing/2014/main" id="{E9643843-879B-DB97-8F45-DA093ED7FAEB}"/>
              </a:ext>
            </a:extLst>
          </p:cNvPr>
          <p:cNvSpPr>
            <a:spLocks noChangeShapeType="1"/>
          </p:cNvSpPr>
          <p:nvPr/>
        </p:nvSpPr>
        <p:spPr bwMode="auto">
          <a:xfrm>
            <a:off x="5816600" y="1752600"/>
            <a:ext cx="20383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45" name="Line 77">
            <a:extLst>
              <a:ext uri="{FF2B5EF4-FFF2-40B4-BE49-F238E27FC236}">
                <a16:creationId xmlns:a16="http://schemas.microsoft.com/office/drawing/2014/main" id="{0111C69F-6781-2BE7-B09F-71375A1585C5}"/>
              </a:ext>
            </a:extLst>
          </p:cNvPr>
          <p:cNvSpPr>
            <a:spLocks noChangeShapeType="1"/>
          </p:cNvSpPr>
          <p:nvPr/>
        </p:nvSpPr>
        <p:spPr bwMode="auto">
          <a:xfrm>
            <a:off x="5816600" y="2362200"/>
            <a:ext cx="20383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46" name="Line 78">
            <a:extLst>
              <a:ext uri="{FF2B5EF4-FFF2-40B4-BE49-F238E27FC236}">
                <a16:creationId xmlns:a16="http://schemas.microsoft.com/office/drawing/2014/main" id="{9F4129DE-C784-5DA0-D263-3E5ED0BE259B}"/>
              </a:ext>
            </a:extLst>
          </p:cNvPr>
          <p:cNvSpPr>
            <a:spLocks noChangeShapeType="1"/>
          </p:cNvSpPr>
          <p:nvPr/>
        </p:nvSpPr>
        <p:spPr bwMode="auto">
          <a:xfrm>
            <a:off x="5816600" y="2921000"/>
            <a:ext cx="20383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47" name="Rectangle 79">
            <a:extLst>
              <a:ext uri="{FF2B5EF4-FFF2-40B4-BE49-F238E27FC236}">
                <a16:creationId xmlns:a16="http://schemas.microsoft.com/office/drawing/2014/main" id="{7DA8855C-AA8A-49ED-E20C-BA7C4164A475}"/>
              </a:ext>
            </a:extLst>
          </p:cNvPr>
          <p:cNvSpPr>
            <a:spLocks noChangeArrowheads="1"/>
          </p:cNvSpPr>
          <p:nvPr/>
        </p:nvSpPr>
        <p:spPr bwMode="auto">
          <a:xfrm>
            <a:off x="1892300" y="3492500"/>
            <a:ext cx="847725" cy="371475"/>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48" name="Text Box 80">
            <a:extLst>
              <a:ext uri="{FF2B5EF4-FFF2-40B4-BE49-F238E27FC236}">
                <a16:creationId xmlns:a16="http://schemas.microsoft.com/office/drawing/2014/main" id="{093F5B5F-1C88-6B9C-E0A6-1AB127898F78}"/>
              </a:ext>
            </a:extLst>
          </p:cNvPr>
          <p:cNvSpPr txBox="1">
            <a:spLocks noChangeArrowheads="1"/>
          </p:cNvSpPr>
          <p:nvPr/>
        </p:nvSpPr>
        <p:spPr bwMode="auto">
          <a:xfrm>
            <a:off x="2051050" y="3489325"/>
            <a:ext cx="5238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200" i="1">
                <a:latin typeface="Times New Roman" panose="02020603050405020304" pitchFamily="18" charset="0"/>
              </a:rPr>
              <a:t>Adder </a:t>
            </a:r>
          </a:p>
          <a:p>
            <a:pPr algn="ctr">
              <a:spcBef>
                <a:spcPct val="0"/>
              </a:spcBef>
              <a:buFontTx/>
              <a:buNone/>
            </a:pPr>
            <a:r>
              <a:rPr lang="en-US" altLang="en-US" sz="1200" i="1">
                <a:latin typeface="Times New Roman" panose="02020603050405020304" pitchFamily="18" charset="0"/>
              </a:rPr>
              <a:t>&amp; Logic</a:t>
            </a:r>
            <a:endParaRPr lang="en-US" altLang="en-US" sz="1400">
              <a:latin typeface="Times New Roman" panose="02020603050405020304" pitchFamily="18" charset="0"/>
            </a:endParaRPr>
          </a:p>
        </p:txBody>
      </p:sp>
      <p:sp>
        <p:nvSpPr>
          <p:cNvPr id="32849" name="Rectangle 81">
            <a:extLst>
              <a:ext uri="{FF2B5EF4-FFF2-40B4-BE49-F238E27FC236}">
                <a16:creationId xmlns:a16="http://schemas.microsoft.com/office/drawing/2014/main" id="{6CFEE9B1-89C1-A015-D477-8DD634B21F3B}"/>
              </a:ext>
            </a:extLst>
          </p:cNvPr>
          <p:cNvSpPr>
            <a:spLocks noChangeArrowheads="1"/>
          </p:cNvSpPr>
          <p:nvPr/>
        </p:nvSpPr>
        <p:spPr bwMode="auto">
          <a:xfrm>
            <a:off x="3048000" y="3448050"/>
            <a:ext cx="288925" cy="144463"/>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50" name="Text Box 82">
            <a:extLst>
              <a:ext uri="{FF2B5EF4-FFF2-40B4-BE49-F238E27FC236}">
                <a16:creationId xmlns:a16="http://schemas.microsoft.com/office/drawing/2014/main" id="{58EA1B0E-98E0-95AA-6920-40634C35F3D6}"/>
              </a:ext>
            </a:extLst>
          </p:cNvPr>
          <p:cNvSpPr txBox="1">
            <a:spLocks noChangeArrowheads="1"/>
          </p:cNvSpPr>
          <p:nvPr/>
        </p:nvSpPr>
        <p:spPr bwMode="auto">
          <a:xfrm>
            <a:off x="3132138" y="3429000"/>
            <a:ext cx="112712"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200" i="1">
                <a:latin typeface="Times New Roman" panose="02020603050405020304" pitchFamily="18" charset="0"/>
              </a:rPr>
              <a:t>E</a:t>
            </a:r>
            <a:endParaRPr lang="en-US" altLang="en-US" sz="1400">
              <a:latin typeface="Times New Roman" panose="02020603050405020304" pitchFamily="18" charset="0"/>
            </a:endParaRPr>
          </a:p>
        </p:txBody>
      </p:sp>
      <p:sp>
        <p:nvSpPr>
          <p:cNvPr id="32851" name="Line 83">
            <a:extLst>
              <a:ext uri="{FF2B5EF4-FFF2-40B4-BE49-F238E27FC236}">
                <a16:creationId xmlns:a16="http://schemas.microsoft.com/office/drawing/2014/main" id="{CAD8FB2B-BCA7-A3B8-193E-F670CA3E3E9D}"/>
              </a:ext>
            </a:extLst>
          </p:cNvPr>
          <p:cNvSpPr>
            <a:spLocks noChangeShapeType="1"/>
          </p:cNvSpPr>
          <p:nvPr/>
        </p:nvSpPr>
        <p:spPr bwMode="auto">
          <a:xfrm>
            <a:off x="1608138" y="3781425"/>
            <a:ext cx="2857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52" name="Line 84">
            <a:extLst>
              <a:ext uri="{FF2B5EF4-FFF2-40B4-BE49-F238E27FC236}">
                <a16:creationId xmlns:a16="http://schemas.microsoft.com/office/drawing/2014/main" id="{BAFC7086-A6CF-1A24-BB69-77ED92D730B6}"/>
              </a:ext>
            </a:extLst>
          </p:cNvPr>
          <p:cNvSpPr>
            <a:spLocks noChangeShapeType="1"/>
          </p:cNvSpPr>
          <p:nvPr/>
        </p:nvSpPr>
        <p:spPr bwMode="auto">
          <a:xfrm>
            <a:off x="1436688" y="3657600"/>
            <a:ext cx="452437"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53" name="Line 85">
            <a:extLst>
              <a:ext uri="{FF2B5EF4-FFF2-40B4-BE49-F238E27FC236}">
                <a16:creationId xmlns:a16="http://schemas.microsoft.com/office/drawing/2014/main" id="{90929CC4-0E43-2457-35F8-B836940A9FBB}"/>
              </a:ext>
            </a:extLst>
          </p:cNvPr>
          <p:cNvSpPr>
            <a:spLocks noChangeShapeType="1"/>
          </p:cNvSpPr>
          <p:nvPr/>
        </p:nvSpPr>
        <p:spPr bwMode="auto">
          <a:xfrm>
            <a:off x="1590675" y="3556000"/>
            <a:ext cx="3048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54" name="Freeform 86">
            <a:extLst>
              <a:ext uri="{FF2B5EF4-FFF2-40B4-BE49-F238E27FC236}">
                <a16:creationId xmlns:a16="http://schemas.microsoft.com/office/drawing/2014/main" id="{98DAC760-2168-AAB2-6613-71DA337BC896}"/>
              </a:ext>
            </a:extLst>
          </p:cNvPr>
          <p:cNvSpPr>
            <a:spLocks/>
          </p:cNvSpPr>
          <p:nvPr/>
        </p:nvSpPr>
        <p:spPr bwMode="auto">
          <a:xfrm>
            <a:off x="1433513" y="3663950"/>
            <a:ext cx="2085975" cy="679450"/>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55" name="Line 87">
            <a:extLst>
              <a:ext uri="{FF2B5EF4-FFF2-40B4-BE49-F238E27FC236}">
                <a16:creationId xmlns:a16="http://schemas.microsoft.com/office/drawing/2014/main" id="{4BD8FAAC-4E85-9B3B-CEC6-604E098604F9}"/>
              </a:ext>
            </a:extLst>
          </p:cNvPr>
          <p:cNvSpPr>
            <a:spLocks noChangeShapeType="1"/>
          </p:cNvSpPr>
          <p:nvPr/>
        </p:nvSpPr>
        <p:spPr bwMode="auto">
          <a:xfrm>
            <a:off x="2743200" y="3657600"/>
            <a:ext cx="757238"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56" name="Line 88">
            <a:extLst>
              <a:ext uri="{FF2B5EF4-FFF2-40B4-BE49-F238E27FC236}">
                <a16:creationId xmlns:a16="http://schemas.microsoft.com/office/drawing/2014/main" id="{2DF40AE2-A2C7-AEEA-E23C-462F979D32DB}"/>
              </a:ext>
            </a:extLst>
          </p:cNvPr>
          <p:cNvSpPr>
            <a:spLocks noChangeShapeType="1"/>
          </p:cNvSpPr>
          <p:nvPr/>
        </p:nvSpPr>
        <p:spPr bwMode="auto">
          <a:xfrm>
            <a:off x="2747963" y="3533775"/>
            <a:ext cx="2984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57" name="Rectangle 89">
            <a:extLst>
              <a:ext uri="{FF2B5EF4-FFF2-40B4-BE49-F238E27FC236}">
                <a16:creationId xmlns:a16="http://schemas.microsoft.com/office/drawing/2014/main" id="{243CC8EB-A08D-4F2A-5249-F3D210D62D57}"/>
              </a:ext>
            </a:extLst>
          </p:cNvPr>
          <p:cNvSpPr>
            <a:spLocks noChangeArrowheads="1"/>
          </p:cNvSpPr>
          <p:nvPr/>
        </p:nvSpPr>
        <p:spPr bwMode="auto">
          <a:xfrm>
            <a:off x="3505200" y="2809875"/>
            <a:ext cx="2324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58" name="AutoShape 90">
            <a:extLst>
              <a:ext uri="{FF2B5EF4-FFF2-40B4-BE49-F238E27FC236}">
                <a16:creationId xmlns:a16="http://schemas.microsoft.com/office/drawing/2014/main" id="{9B9A38AD-562E-87DE-C1FF-F24F9E51DBE0}"/>
              </a:ext>
            </a:extLst>
          </p:cNvPr>
          <p:cNvSpPr>
            <a:spLocks noChangeArrowheads="1"/>
          </p:cNvSpPr>
          <p:nvPr/>
        </p:nvSpPr>
        <p:spPr bwMode="auto">
          <a:xfrm>
            <a:off x="5634038" y="2981325"/>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59" name="Text Box 91">
            <a:extLst>
              <a:ext uri="{FF2B5EF4-FFF2-40B4-BE49-F238E27FC236}">
                <a16:creationId xmlns:a16="http://schemas.microsoft.com/office/drawing/2014/main" id="{E8F374CF-1665-7055-D384-E2E05AA9C521}"/>
              </a:ext>
            </a:extLst>
          </p:cNvPr>
          <p:cNvSpPr txBox="1">
            <a:spLocks noChangeArrowheads="1"/>
          </p:cNvSpPr>
          <p:nvPr/>
        </p:nvSpPr>
        <p:spPr bwMode="auto">
          <a:xfrm>
            <a:off x="4532313" y="2816225"/>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DR</a:t>
            </a:r>
            <a:endParaRPr lang="en-US" altLang="en-US" sz="1400">
              <a:latin typeface="Times New Roman" panose="02020603050405020304" pitchFamily="18" charset="0"/>
            </a:endParaRPr>
          </a:p>
        </p:txBody>
      </p:sp>
      <p:sp>
        <p:nvSpPr>
          <p:cNvPr id="32860" name="Rectangle 92">
            <a:extLst>
              <a:ext uri="{FF2B5EF4-FFF2-40B4-BE49-F238E27FC236}">
                <a16:creationId xmlns:a16="http://schemas.microsoft.com/office/drawing/2014/main" id="{221CF370-21FE-8C7C-9255-440CA5A9972F}"/>
              </a:ext>
            </a:extLst>
          </p:cNvPr>
          <p:cNvSpPr>
            <a:spLocks noChangeArrowheads="1"/>
          </p:cNvSpPr>
          <p:nvPr/>
        </p:nvSpPr>
        <p:spPr bwMode="auto">
          <a:xfrm>
            <a:off x="3886200" y="2233613"/>
            <a:ext cx="1943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61" name="AutoShape 93">
            <a:extLst>
              <a:ext uri="{FF2B5EF4-FFF2-40B4-BE49-F238E27FC236}">
                <a16:creationId xmlns:a16="http://schemas.microsoft.com/office/drawing/2014/main" id="{6A51B2FE-D042-D2FF-27B7-A15802A12DCE}"/>
              </a:ext>
            </a:extLst>
          </p:cNvPr>
          <p:cNvSpPr>
            <a:spLocks noChangeArrowheads="1"/>
          </p:cNvSpPr>
          <p:nvPr/>
        </p:nvSpPr>
        <p:spPr bwMode="auto">
          <a:xfrm>
            <a:off x="5645150" y="2405063"/>
            <a:ext cx="635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62" name="Text Box 94">
            <a:extLst>
              <a:ext uri="{FF2B5EF4-FFF2-40B4-BE49-F238E27FC236}">
                <a16:creationId xmlns:a16="http://schemas.microsoft.com/office/drawing/2014/main" id="{7B74347B-D753-1987-4CEB-A27C40C0202A}"/>
              </a:ext>
            </a:extLst>
          </p:cNvPr>
          <p:cNvSpPr txBox="1">
            <a:spLocks noChangeArrowheads="1"/>
          </p:cNvSpPr>
          <p:nvPr/>
        </p:nvSpPr>
        <p:spPr bwMode="auto">
          <a:xfrm>
            <a:off x="4729163" y="2239963"/>
            <a:ext cx="24606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PC</a:t>
            </a:r>
            <a:endParaRPr lang="en-US" altLang="en-US" sz="1400">
              <a:latin typeface="Times New Roman" panose="02020603050405020304" pitchFamily="18" charset="0"/>
            </a:endParaRPr>
          </a:p>
        </p:txBody>
      </p:sp>
      <p:sp>
        <p:nvSpPr>
          <p:cNvPr id="32863" name="Rectangle 95">
            <a:extLst>
              <a:ext uri="{FF2B5EF4-FFF2-40B4-BE49-F238E27FC236}">
                <a16:creationId xmlns:a16="http://schemas.microsoft.com/office/drawing/2014/main" id="{8B21D349-4EF9-C38D-053E-C05030C6D624}"/>
              </a:ext>
            </a:extLst>
          </p:cNvPr>
          <p:cNvSpPr>
            <a:spLocks noChangeArrowheads="1"/>
          </p:cNvSpPr>
          <p:nvPr/>
        </p:nvSpPr>
        <p:spPr bwMode="auto">
          <a:xfrm>
            <a:off x="3886200" y="1676400"/>
            <a:ext cx="1943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64" name="AutoShape 96">
            <a:extLst>
              <a:ext uri="{FF2B5EF4-FFF2-40B4-BE49-F238E27FC236}">
                <a16:creationId xmlns:a16="http://schemas.microsoft.com/office/drawing/2014/main" id="{BCCF8EA1-FADB-A563-785F-EDFF77C18199}"/>
              </a:ext>
            </a:extLst>
          </p:cNvPr>
          <p:cNvSpPr>
            <a:spLocks noChangeArrowheads="1"/>
          </p:cNvSpPr>
          <p:nvPr/>
        </p:nvSpPr>
        <p:spPr bwMode="auto">
          <a:xfrm>
            <a:off x="5643563" y="1847850"/>
            <a:ext cx="635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65" name="Text Box 97">
            <a:extLst>
              <a:ext uri="{FF2B5EF4-FFF2-40B4-BE49-F238E27FC236}">
                <a16:creationId xmlns:a16="http://schemas.microsoft.com/office/drawing/2014/main" id="{E8504EA9-AF73-5B1E-3E33-BD6233A3D1B8}"/>
              </a:ext>
            </a:extLst>
          </p:cNvPr>
          <p:cNvSpPr txBox="1">
            <a:spLocks noChangeArrowheads="1"/>
          </p:cNvSpPr>
          <p:nvPr/>
        </p:nvSpPr>
        <p:spPr bwMode="auto">
          <a:xfrm>
            <a:off x="4733925" y="1682750"/>
            <a:ext cx="2349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AR</a:t>
            </a:r>
            <a:endParaRPr lang="en-US" altLang="en-US" sz="1400">
              <a:latin typeface="Times New Roman" panose="02020603050405020304" pitchFamily="18" charset="0"/>
            </a:endParaRPr>
          </a:p>
        </p:txBody>
      </p:sp>
      <p:sp>
        <p:nvSpPr>
          <p:cNvPr id="32866" name="Freeform 98">
            <a:extLst>
              <a:ext uri="{FF2B5EF4-FFF2-40B4-BE49-F238E27FC236}">
                <a16:creationId xmlns:a16="http://schemas.microsoft.com/office/drawing/2014/main" id="{BFF65389-AFA2-C13D-75A3-12428EB2656C}"/>
              </a:ext>
            </a:extLst>
          </p:cNvPr>
          <p:cNvSpPr>
            <a:spLocks/>
          </p:cNvSpPr>
          <p:nvPr/>
        </p:nvSpPr>
        <p:spPr bwMode="auto">
          <a:xfrm>
            <a:off x="1587500" y="2924175"/>
            <a:ext cx="5424488" cy="628650"/>
          </a:xfrm>
          <a:custGeom>
            <a:avLst/>
            <a:gdLst>
              <a:gd name="T0" fmla="*/ 0 w 3409"/>
              <a:gd name="T1" fmla="*/ 2147483646 h 396"/>
              <a:gd name="T2" fmla="*/ 0 w 3409"/>
              <a:gd name="T3" fmla="*/ 2147483646 h 396"/>
              <a:gd name="T4" fmla="*/ 2147483646 w 3409"/>
              <a:gd name="T5" fmla="*/ 2147483646 h 396"/>
              <a:gd name="T6" fmla="*/ 2147483646 w 3409"/>
              <a:gd name="T7" fmla="*/ 0 h 396"/>
              <a:gd name="T8" fmla="*/ 0 60000 65536"/>
              <a:gd name="T9" fmla="*/ 0 60000 65536"/>
              <a:gd name="T10" fmla="*/ 0 60000 65536"/>
              <a:gd name="T11" fmla="*/ 0 60000 65536"/>
              <a:gd name="T12" fmla="*/ 0 w 3409"/>
              <a:gd name="T13" fmla="*/ 0 h 396"/>
              <a:gd name="T14" fmla="*/ 3409 w 3409"/>
              <a:gd name="T15" fmla="*/ 396 h 396"/>
            </a:gdLst>
            <a:ahLst/>
            <a:cxnLst>
              <a:cxn ang="T8">
                <a:pos x="T0" y="T1"/>
              </a:cxn>
              <a:cxn ang="T9">
                <a:pos x="T2" y="T3"/>
              </a:cxn>
              <a:cxn ang="T10">
                <a:pos x="T4" y="T5"/>
              </a:cxn>
              <a:cxn ang="T11">
                <a:pos x="T6" y="T7"/>
              </a:cxn>
            </a:cxnLst>
            <a:rect l="T12" t="T13" r="T14" b="T15"/>
            <a:pathLst>
              <a:path w="3409" h="396">
                <a:moveTo>
                  <a:pt x="0" y="396"/>
                </a:moveTo>
                <a:lnTo>
                  <a:pt x="0" y="264"/>
                </a:lnTo>
                <a:lnTo>
                  <a:pt x="3409" y="264"/>
                </a:lnTo>
                <a:lnTo>
                  <a:pt x="3408"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67" name="Line 99">
            <a:extLst>
              <a:ext uri="{FF2B5EF4-FFF2-40B4-BE49-F238E27FC236}">
                <a16:creationId xmlns:a16="http://schemas.microsoft.com/office/drawing/2014/main" id="{3CEA0951-B0CB-0260-121B-3AA1571B43C5}"/>
              </a:ext>
            </a:extLst>
          </p:cNvPr>
          <p:cNvSpPr>
            <a:spLocks noChangeShapeType="1"/>
          </p:cNvSpPr>
          <p:nvPr/>
        </p:nvSpPr>
        <p:spPr bwMode="auto">
          <a:xfrm>
            <a:off x="5057775" y="53879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68" name="Text Box 100">
            <a:extLst>
              <a:ext uri="{FF2B5EF4-FFF2-40B4-BE49-F238E27FC236}">
                <a16:creationId xmlns:a16="http://schemas.microsoft.com/office/drawing/2014/main" id="{2C5FA0E6-3FEC-5997-B3E2-57912C979770}"/>
              </a:ext>
            </a:extLst>
          </p:cNvPr>
          <p:cNvSpPr txBox="1">
            <a:spLocks noChangeArrowheads="1"/>
          </p:cNvSpPr>
          <p:nvPr/>
        </p:nvSpPr>
        <p:spPr bwMode="auto">
          <a:xfrm>
            <a:off x="4929188" y="5476875"/>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32869" name="Line 101">
            <a:extLst>
              <a:ext uri="{FF2B5EF4-FFF2-40B4-BE49-F238E27FC236}">
                <a16:creationId xmlns:a16="http://schemas.microsoft.com/office/drawing/2014/main" id="{6723EBC7-0DD1-652A-5734-4936219AC4DF}"/>
              </a:ext>
            </a:extLst>
          </p:cNvPr>
          <p:cNvSpPr>
            <a:spLocks noChangeShapeType="1"/>
          </p:cNvSpPr>
          <p:nvPr/>
        </p:nvSpPr>
        <p:spPr bwMode="auto">
          <a:xfrm>
            <a:off x="1143000" y="1104900"/>
            <a:ext cx="2428875"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70" name="Line 102">
            <a:extLst>
              <a:ext uri="{FF2B5EF4-FFF2-40B4-BE49-F238E27FC236}">
                <a16:creationId xmlns:a16="http://schemas.microsoft.com/office/drawing/2014/main" id="{8F932E7C-529D-10DA-99DE-2F117AE128E7}"/>
              </a:ext>
            </a:extLst>
          </p:cNvPr>
          <p:cNvSpPr>
            <a:spLocks noChangeShapeType="1"/>
          </p:cNvSpPr>
          <p:nvPr/>
        </p:nvSpPr>
        <p:spPr bwMode="auto">
          <a:xfrm>
            <a:off x="5867400" y="1104900"/>
            <a:ext cx="1981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71" name="Text Box 103">
            <a:extLst>
              <a:ext uri="{FF2B5EF4-FFF2-40B4-BE49-F238E27FC236}">
                <a16:creationId xmlns:a16="http://schemas.microsoft.com/office/drawing/2014/main" id="{847D58B5-685B-5BF5-9CB3-338F2BFD6327}"/>
              </a:ext>
            </a:extLst>
          </p:cNvPr>
          <p:cNvSpPr txBox="1">
            <a:spLocks noChangeArrowheads="1"/>
          </p:cNvSpPr>
          <p:nvPr/>
        </p:nvSpPr>
        <p:spPr bwMode="auto">
          <a:xfrm>
            <a:off x="7908925" y="9493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7</a:t>
            </a:r>
            <a:endParaRPr lang="en-US" altLang="en-US" sz="1600">
              <a:latin typeface="Times New Roman" panose="02020603050405020304" pitchFamily="18" charset="0"/>
            </a:endParaRPr>
          </a:p>
        </p:txBody>
      </p:sp>
      <p:sp>
        <p:nvSpPr>
          <p:cNvPr id="32872" name="Text Box 104">
            <a:extLst>
              <a:ext uri="{FF2B5EF4-FFF2-40B4-BE49-F238E27FC236}">
                <a16:creationId xmlns:a16="http://schemas.microsoft.com/office/drawing/2014/main" id="{B6C5292C-A64E-6B89-E160-FA242AD614E6}"/>
              </a:ext>
            </a:extLst>
          </p:cNvPr>
          <p:cNvSpPr txBox="1">
            <a:spLocks noChangeArrowheads="1"/>
          </p:cNvSpPr>
          <p:nvPr/>
        </p:nvSpPr>
        <p:spPr bwMode="auto">
          <a:xfrm>
            <a:off x="7908925" y="15970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1</a:t>
            </a:r>
            <a:endParaRPr lang="en-US" altLang="en-US" sz="1600">
              <a:latin typeface="Times New Roman" panose="02020603050405020304" pitchFamily="18" charset="0"/>
            </a:endParaRPr>
          </a:p>
        </p:txBody>
      </p:sp>
      <p:sp>
        <p:nvSpPr>
          <p:cNvPr id="32873" name="Text Box 105">
            <a:extLst>
              <a:ext uri="{FF2B5EF4-FFF2-40B4-BE49-F238E27FC236}">
                <a16:creationId xmlns:a16="http://schemas.microsoft.com/office/drawing/2014/main" id="{0B1BDE05-5245-B7A4-4CCC-3E246C218CF4}"/>
              </a:ext>
            </a:extLst>
          </p:cNvPr>
          <p:cNvSpPr txBox="1">
            <a:spLocks noChangeArrowheads="1"/>
          </p:cNvSpPr>
          <p:nvPr/>
        </p:nvSpPr>
        <p:spPr bwMode="auto">
          <a:xfrm>
            <a:off x="7908925" y="22066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2</a:t>
            </a:r>
            <a:endParaRPr lang="en-US" altLang="en-US" sz="1600">
              <a:latin typeface="Times New Roman" panose="02020603050405020304" pitchFamily="18" charset="0"/>
            </a:endParaRPr>
          </a:p>
        </p:txBody>
      </p:sp>
      <p:sp>
        <p:nvSpPr>
          <p:cNvPr id="32874" name="Text Box 106">
            <a:extLst>
              <a:ext uri="{FF2B5EF4-FFF2-40B4-BE49-F238E27FC236}">
                <a16:creationId xmlns:a16="http://schemas.microsoft.com/office/drawing/2014/main" id="{E08BD636-7001-6D40-8C47-CBC2D7FE6CB6}"/>
              </a:ext>
            </a:extLst>
          </p:cNvPr>
          <p:cNvSpPr txBox="1">
            <a:spLocks noChangeArrowheads="1"/>
          </p:cNvSpPr>
          <p:nvPr/>
        </p:nvSpPr>
        <p:spPr bwMode="auto">
          <a:xfrm>
            <a:off x="7908925" y="27781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3</a:t>
            </a:r>
            <a:endParaRPr lang="en-US" altLang="en-US" sz="1600">
              <a:latin typeface="Times New Roman" panose="02020603050405020304" pitchFamily="18" charset="0"/>
            </a:endParaRPr>
          </a:p>
        </p:txBody>
      </p:sp>
      <p:sp>
        <p:nvSpPr>
          <p:cNvPr id="32875" name="Text Box 107">
            <a:extLst>
              <a:ext uri="{FF2B5EF4-FFF2-40B4-BE49-F238E27FC236}">
                <a16:creationId xmlns:a16="http://schemas.microsoft.com/office/drawing/2014/main" id="{F6D76F10-CE28-0CC7-F172-32B5E5D608E7}"/>
              </a:ext>
            </a:extLst>
          </p:cNvPr>
          <p:cNvSpPr txBox="1">
            <a:spLocks noChangeArrowheads="1"/>
          </p:cNvSpPr>
          <p:nvPr/>
        </p:nvSpPr>
        <p:spPr bwMode="auto">
          <a:xfrm>
            <a:off x="7908925" y="3530600"/>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4</a:t>
            </a:r>
            <a:endParaRPr lang="en-US" altLang="en-US" sz="1600">
              <a:latin typeface="Times New Roman" panose="02020603050405020304" pitchFamily="18" charset="0"/>
            </a:endParaRPr>
          </a:p>
        </p:txBody>
      </p:sp>
      <p:sp>
        <p:nvSpPr>
          <p:cNvPr id="32876" name="Text Box 108">
            <a:extLst>
              <a:ext uri="{FF2B5EF4-FFF2-40B4-BE49-F238E27FC236}">
                <a16:creationId xmlns:a16="http://schemas.microsoft.com/office/drawing/2014/main" id="{0D51C4C0-FCA1-09F7-F897-340F1590AB67}"/>
              </a:ext>
            </a:extLst>
          </p:cNvPr>
          <p:cNvSpPr txBox="1">
            <a:spLocks noChangeArrowheads="1"/>
          </p:cNvSpPr>
          <p:nvPr/>
        </p:nvSpPr>
        <p:spPr bwMode="auto">
          <a:xfrm>
            <a:off x="7908925" y="454977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5</a:t>
            </a:r>
            <a:endParaRPr lang="en-US" altLang="en-US" sz="1600">
              <a:latin typeface="Times New Roman" panose="02020603050405020304" pitchFamily="18" charset="0"/>
            </a:endParaRPr>
          </a:p>
        </p:txBody>
      </p:sp>
      <p:sp>
        <p:nvSpPr>
          <p:cNvPr id="32877" name="Text Box 109">
            <a:extLst>
              <a:ext uri="{FF2B5EF4-FFF2-40B4-BE49-F238E27FC236}">
                <a16:creationId xmlns:a16="http://schemas.microsoft.com/office/drawing/2014/main" id="{773FA764-5283-C906-9300-977FA4EE61E2}"/>
              </a:ext>
            </a:extLst>
          </p:cNvPr>
          <p:cNvSpPr txBox="1">
            <a:spLocks noChangeArrowheads="1"/>
          </p:cNvSpPr>
          <p:nvPr/>
        </p:nvSpPr>
        <p:spPr bwMode="auto">
          <a:xfrm>
            <a:off x="7908925" y="515937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6</a:t>
            </a:r>
            <a:endParaRPr lang="en-US" altLang="en-US" sz="1600">
              <a:latin typeface="Times New Roman" panose="02020603050405020304" pitchFamily="18" charset="0"/>
            </a:endParaRPr>
          </a:p>
        </p:txBody>
      </p:sp>
      <p:sp>
        <p:nvSpPr>
          <p:cNvPr id="32878" name="Freeform 110">
            <a:extLst>
              <a:ext uri="{FF2B5EF4-FFF2-40B4-BE49-F238E27FC236}">
                <a16:creationId xmlns:a16="http://schemas.microsoft.com/office/drawing/2014/main" id="{8F222730-7620-4EF3-D48A-473680181BAB}"/>
              </a:ext>
            </a:extLst>
          </p:cNvPr>
          <p:cNvSpPr>
            <a:spLocks/>
          </p:cNvSpPr>
          <p:nvPr/>
        </p:nvSpPr>
        <p:spPr bwMode="auto">
          <a:xfrm>
            <a:off x="5868988" y="1219200"/>
            <a:ext cx="817562" cy="533400"/>
          </a:xfrm>
          <a:custGeom>
            <a:avLst/>
            <a:gdLst>
              <a:gd name="T0" fmla="*/ 2147483646 w 515"/>
              <a:gd name="T1" fmla="*/ 2147483646 h 336"/>
              <a:gd name="T2" fmla="*/ 2147483646 w 515"/>
              <a:gd name="T3" fmla="*/ 0 h 336"/>
              <a:gd name="T4" fmla="*/ 0 w 515"/>
              <a:gd name="T5" fmla="*/ 0 h 336"/>
              <a:gd name="T6" fmla="*/ 0 60000 65536"/>
              <a:gd name="T7" fmla="*/ 0 60000 65536"/>
              <a:gd name="T8" fmla="*/ 0 60000 65536"/>
              <a:gd name="T9" fmla="*/ 0 w 515"/>
              <a:gd name="T10" fmla="*/ 0 h 336"/>
              <a:gd name="T11" fmla="*/ 515 w 515"/>
              <a:gd name="T12" fmla="*/ 336 h 336"/>
            </a:gdLst>
            <a:ahLst/>
            <a:cxnLst>
              <a:cxn ang="T6">
                <a:pos x="T0" y="T1"/>
              </a:cxn>
              <a:cxn ang="T7">
                <a:pos x="T2" y="T3"/>
              </a:cxn>
              <a:cxn ang="T8">
                <a:pos x="T4" y="T5"/>
              </a:cxn>
            </a:cxnLst>
            <a:rect l="T9" t="T10" r="T11" b="T12"/>
            <a:pathLst>
              <a:path w="515" h="336">
                <a:moveTo>
                  <a:pt x="515" y="336"/>
                </a:moveTo>
                <a:lnTo>
                  <a:pt x="515" y="0"/>
                </a:lnTo>
                <a:lnTo>
                  <a:pt x="0" y="0"/>
                </a:lnTo>
              </a:path>
            </a:pathLst>
          </a:custGeom>
          <a:noFill/>
          <a:ln w="9525">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79" name="Oval 111">
            <a:extLst>
              <a:ext uri="{FF2B5EF4-FFF2-40B4-BE49-F238E27FC236}">
                <a16:creationId xmlns:a16="http://schemas.microsoft.com/office/drawing/2014/main" id="{30DC3150-8715-84FE-A597-E14456C32495}"/>
              </a:ext>
            </a:extLst>
          </p:cNvPr>
          <p:cNvSpPr>
            <a:spLocks noChangeArrowheads="1"/>
          </p:cNvSpPr>
          <p:nvPr/>
        </p:nvSpPr>
        <p:spPr bwMode="auto">
          <a:xfrm flipH="1">
            <a:off x="6991350" y="290512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0" name="Oval 112">
            <a:extLst>
              <a:ext uri="{FF2B5EF4-FFF2-40B4-BE49-F238E27FC236}">
                <a16:creationId xmlns:a16="http://schemas.microsoft.com/office/drawing/2014/main" id="{05E7E540-6024-AF0E-7244-FBBD39E6F762}"/>
              </a:ext>
            </a:extLst>
          </p:cNvPr>
          <p:cNvSpPr>
            <a:spLocks noChangeArrowheads="1"/>
          </p:cNvSpPr>
          <p:nvPr/>
        </p:nvSpPr>
        <p:spPr bwMode="auto">
          <a:xfrm flipH="1">
            <a:off x="6657975" y="173355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1" name="Oval 113">
            <a:extLst>
              <a:ext uri="{FF2B5EF4-FFF2-40B4-BE49-F238E27FC236}">
                <a16:creationId xmlns:a16="http://schemas.microsoft.com/office/drawing/2014/main" id="{01770875-7610-44F5-FBB6-F5EC89D98EE9}"/>
              </a:ext>
            </a:extLst>
          </p:cNvPr>
          <p:cNvSpPr>
            <a:spLocks noChangeArrowheads="1"/>
          </p:cNvSpPr>
          <p:nvPr/>
        </p:nvSpPr>
        <p:spPr bwMode="auto">
          <a:xfrm flipH="1">
            <a:off x="6981825" y="366712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2" name="Oval 114">
            <a:extLst>
              <a:ext uri="{FF2B5EF4-FFF2-40B4-BE49-F238E27FC236}">
                <a16:creationId xmlns:a16="http://schemas.microsoft.com/office/drawing/2014/main" id="{5CEE452D-9254-DC72-5366-22E3A98FFC59}"/>
              </a:ext>
            </a:extLst>
          </p:cNvPr>
          <p:cNvSpPr>
            <a:spLocks noChangeArrowheads="1"/>
          </p:cNvSpPr>
          <p:nvPr/>
        </p:nvSpPr>
        <p:spPr bwMode="auto">
          <a:xfrm flipH="1">
            <a:off x="6305550" y="390525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3" name="Oval 115">
            <a:extLst>
              <a:ext uri="{FF2B5EF4-FFF2-40B4-BE49-F238E27FC236}">
                <a16:creationId xmlns:a16="http://schemas.microsoft.com/office/drawing/2014/main" id="{675882AF-7588-5FDD-B758-1429C7F8BE64}"/>
              </a:ext>
            </a:extLst>
          </p:cNvPr>
          <p:cNvSpPr>
            <a:spLocks noChangeArrowheads="1"/>
          </p:cNvSpPr>
          <p:nvPr/>
        </p:nvSpPr>
        <p:spPr bwMode="auto">
          <a:xfrm flipH="1">
            <a:off x="6305550" y="316230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4" name="Oval 116">
            <a:extLst>
              <a:ext uri="{FF2B5EF4-FFF2-40B4-BE49-F238E27FC236}">
                <a16:creationId xmlns:a16="http://schemas.microsoft.com/office/drawing/2014/main" id="{B70AD93F-0446-D87A-C778-1B4A5521DD9E}"/>
              </a:ext>
            </a:extLst>
          </p:cNvPr>
          <p:cNvSpPr>
            <a:spLocks noChangeArrowheads="1"/>
          </p:cNvSpPr>
          <p:nvPr/>
        </p:nvSpPr>
        <p:spPr bwMode="auto">
          <a:xfrm flipH="1">
            <a:off x="6305550" y="258127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5" name="Oval 117">
            <a:extLst>
              <a:ext uri="{FF2B5EF4-FFF2-40B4-BE49-F238E27FC236}">
                <a16:creationId xmlns:a16="http://schemas.microsoft.com/office/drawing/2014/main" id="{25E3ADD1-B059-7D9B-5789-68CD975F4002}"/>
              </a:ext>
            </a:extLst>
          </p:cNvPr>
          <p:cNvSpPr>
            <a:spLocks noChangeArrowheads="1"/>
          </p:cNvSpPr>
          <p:nvPr/>
        </p:nvSpPr>
        <p:spPr bwMode="auto">
          <a:xfrm flipH="1">
            <a:off x="6305550" y="553402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6" name="Freeform 118">
            <a:extLst>
              <a:ext uri="{FF2B5EF4-FFF2-40B4-BE49-F238E27FC236}">
                <a16:creationId xmlns:a16="http://schemas.microsoft.com/office/drawing/2014/main" id="{C277EF88-F548-9591-19A0-1E104E77ACC9}"/>
              </a:ext>
            </a:extLst>
          </p:cNvPr>
          <p:cNvSpPr>
            <a:spLocks/>
          </p:cNvSpPr>
          <p:nvPr/>
        </p:nvSpPr>
        <p:spPr bwMode="auto">
          <a:xfrm>
            <a:off x="5676900" y="4852988"/>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87" name="Oval 119">
            <a:extLst>
              <a:ext uri="{FF2B5EF4-FFF2-40B4-BE49-F238E27FC236}">
                <a16:creationId xmlns:a16="http://schemas.microsoft.com/office/drawing/2014/main" id="{B6EBF266-CACB-8DE1-5200-E0598CE45A23}"/>
              </a:ext>
            </a:extLst>
          </p:cNvPr>
          <p:cNvSpPr>
            <a:spLocks noChangeArrowheads="1"/>
          </p:cNvSpPr>
          <p:nvPr/>
        </p:nvSpPr>
        <p:spPr bwMode="auto">
          <a:xfrm flipH="1">
            <a:off x="6305550" y="499110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8" name="Text Box 120">
            <a:extLst>
              <a:ext uri="{FF2B5EF4-FFF2-40B4-BE49-F238E27FC236}">
                <a16:creationId xmlns:a16="http://schemas.microsoft.com/office/drawing/2014/main" id="{819D46FD-CBDE-90B5-5607-9871E21D2469}"/>
              </a:ext>
            </a:extLst>
          </p:cNvPr>
          <p:cNvSpPr txBox="1">
            <a:spLocks noChangeArrowheads="1"/>
          </p:cNvSpPr>
          <p:nvPr/>
        </p:nvSpPr>
        <p:spPr bwMode="auto">
          <a:xfrm>
            <a:off x="5181600" y="6629400"/>
            <a:ext cx="3768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900" i="1">
                <a:latin typeface="Times New Roman" panose="02020603050405020304" pitchFamily="18" charset="0"/>
              </a:rPr>
              <a:t>Computer System </a:t>
            </a:r>
            <a:r>
              <a:rPr lang="en-US" altLang="en-US" sz="900">
                <a:latin typeface="Times New Roman" panose="02020603050405020304" pitchFamily="18" charset="0"/>
              </a:rPr>
              <a:t>Architecture, Mano, Copyright (C) 1993 Prentice-Hall, Inc. </a:t>
            </a:r>
          </a:p>
        </p:txBody>
      </p:sp>
      <p:sp>
        <p:nvSpPr>
          <p:cNvPr id="32889" name="Line 121">
            <a:extLst>
              <a:ext uri="{FF2B5EF4-FFF2-40B4-BE49-F238E27FC236}">
                <a16:creationId xmlns:a16="http://schemas.microsoft.com/office/drawing/2014/main" id="{62B35F2E-4E2E-3AB8-E5ED-D297B9056BC7}"/>
              </a:ext>
            </a:extLst>
          </p:cNvPr>
          <p:cNvSpPr>
            <a:spLocks noChangeShapeType="1"/>
          </p:cNvSpPr>
          <p:nvPr/>
        </p:nvSpPr>
        <p:spPr bwMode="auto">
          <a:xfrm>
            <a:off x="5791200" y="3683000"/>
            <a:ext cx="2057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90" name="Rectangle 122">
            <a:extLst>
              <a:ext uri="{FF2B5EF4-FFF2-40B4-BE49-F238E27FC236}">
                <a16:creationId xmlns:a16="http://schemas.microsoft.com/office/drawing/2014/main" id="{3C4AE000-E412-A048-5521-998543004356}"/>
              </a:ext>
            </a:extLst>
          </p:cNvPr>
          <p:cNvSpPr>
            <a:spLocks noChangeArrowheads="1"/>
          </p:cNvSpPr>
          <p:nvPr/>
        </p:nvSpPr>
        <p:spPr bwMode="auto">
          <a:xfrm>
            <a:off x="3505200" y="3557588"/>
            <a:ext cx="2324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91" name="AutoShape 123">
            <a:extLst>
              <a:ext uri="{FF2B5EF4-FFF2-40B4-BE49-F238E27FC236}">
                <a16:creationId xmlns:a16="http://schemas.microsoft.com/office/drawing/2014/main" id="{3670A1F6-30F9-F616-13F2-3BCAA759C2B6}"/>
              </a:ext>
            </a:extLst>
          </p:cNvPr>
          <p:cNvSpPr>
            <a:spLocks noChangeArrowheads="1"/>
          </p:cNvSpPr>
          <p:nvPr/>
        </p:nvSpPr>
        <p:spPr bwMode="auto">
          <a:xfrm>
            <a:off x="5634038" y="3729038"/>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92" name="Text Box 124">
            <a:extLst>
              <a:ext uri="{FF2B5EF4-FFF2-40B4-BE49-F238E27FC236}">
                <a16:creationId xmlns:a16="http://schemas.microsoft.com/office/drawing/2014/main" id="{C8F088E0-53A4-0631-9E0F-7AB373A71ABD}"/>
              </a:ext>
            </a:extLst>
          </p:cNvPr>
          <p:cNvSpPr txBox="1">
            <a:spLocks noChangeArrowheads="1"/>
          </p:cNvSpPr>
          <p:nvPr/>
        </p:nvSpPr>
        <p:spPr bwMode="auto">
          <a:xfrm>
            <a:off x="4537075" y="3563938"/>
            <a:ext cx="24606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AC</a:t>
            </a:r>
            <a:endParaRPr lang="en-US" altLang="en-US" sz="1400">
              <a:latin typeface="Times New Roman" panose="02020603050405020304" pitchFamily="18" charset="0"/>
            </a:endParaRPr>
          </a:p>
        </p:txBody>
      </p:sp>
      <p:sp>
        <p:nvSpPr>
          <p:cNvPr id="32893" name="Text Box 125">
            <a:extLst>
              <a:ext uri="{FF2B5EF4-FFF2-40B4-BE49-F238E27FC236}">
                <a16:creationId xmlns:a16="http://schemas.microsoft.com/office/drawing/2014/main" id="{46FC693B-9EEA-AD42-CEEA-905CDA32F364}"/>
              </a:ext>
            </a:extLst>
          </p:cNvPr>
          <p:cNvSpPr txBox="1">
            <a:spLocks noChangeArrowheads="1"/>
          </p:cNvSpPr>
          <p:nvPr/>
        </p:nvSpPr>
        <p:spPr bwMode="auto">
          <a:xfrm>
            <a:off x="304800" y="152400"/>
            <a:ext cx="52419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a:latin typeface="Times New Roman" panose="02020603050405020304" pitchFamily="18" charset="0"/>
              </a:rPr>
              <a:t>Mano’s Computer Figure 5-4</a:t>
            </a:r>
          </a:p>
        </p:txBody>
      </p:sp>
      <p:sp>
        <p:nvSpPr>
          <p:cNvPr id="32894" name="Line 126">
            <a:extLst>
              <a:ext uri="{FF2B5EF4-FFF2-40B4-BE49-F238E27FC236}">
                <a16:creationId xmlns:a16="http://schemas.microsoft.com/office/drawing/2014/main" id="{3F48F46B-FE3B-F40E-4AD7-77F98FD8921D}"/>
              </a:ext>
            </a:extLst>
          </p:cNvPr>
          <p:cNvSpPr>
            <a:spLocks noChangeShapeType="1"/>
          </p:cNvSpPr>
          <p:nvPr/>
        </p:nvSpPr>
        <p:spPr bwMode="auto">
          <a:xfrm>
            <a:off x="5448300" y="1309688"/>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95" name="Text Box 127">
            <a:extLst>
              <a:ext uri="{FF2B5EF4-FFF2-40B4-BE49-F238E27FC236}">
                <a16:creationId xmlns:a16="http://schemas.microsoft.com/office/drawing/2014/main" id="{0F4FD61C-2347-F936-6C8F-642AE0F01AA0}"/>
              </a:ext>
            </a:extLst>
          </p:cNvPr>
          <p:cNvSpPr txBox="1">
            <a:spLocks noChangeArrowheads="1"/>
          </p:cNvSpPr>
          <p:nvPr/>
        </p:nvSpPr>
        <p:spPr bwMode="auto">
          <a:xfrm>
            <a:off x="5197475" y="1398588"/>
            <a:ext cx="5032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latin typeface="Times New Roman" panose="02020603050405020304" pitchFamily="18" charset="0"/>
              </a:rPr>
              <a:t>READ</a:t>
            </a:r>
          </a:p>
        </p:txBody>
      </p:sp>
      <p:sp>
        <p:nvSpPr>
          <p:cNvPr id="32896" name="Rectangle 128">
            <a:extLst>
              <a:ext uri="{FF2B5EF4-FFF2-40B4-BE49-F238E27FC236}">
                <a16:creationId xmlns:a16="http://schemas.microsoft.com/office/drawing/2014/main" id="{F00172BF-DFD5-E568-5B53-66569908A986}"/>
              </a:ext>
            </a:extLst>
          </p:cNvPr>
          <p:cNvSpPr>
            <a:spLocks noChangeArrowheads="1"/>
          </p:cNvSpPr>
          <p:nvPr/>
        </p:nvSpPr>
        <p:spPr bwMode="auto">
          <a:xfrm>
            <a:off x="3557588" y="857250"/>
            <a:ext cx="2295525" cy="45720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97" name="Text Box 129">
            <a:extLst>
              <a:ext uri="{FF2B5EF4-FFF2-40B4-BE49-F238E27FC236}">
                <a16:creationId xmlns:a16="http://schemas.microsoft.com/office/drawing/2014/main" id="{EE253141-D120-E766-C290-F7CC4A59FC70}"/>
              </a:ext>
            </a:extLst>
          </p:cNvPr>
          <p:cNvSpPr txBox="1">
            <a:spLocks noChangeArrowheads="1"/>
          </p:cNvSpPr>
          <p:nvPr/>
        </p:nvSpPr>
        <p:spPr bwMode="auto">
          <a:xfrm>
            <a:off x="3851275" y="877888"/>
            <a:ext cx="1658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latin typeface="Times New Roman" panose="02020603050405020304" pitchFamily="18" charset="0"/>
              </a:rPr>
              <a:t>Memory Unit </a:t>
            </a:r>
          </a:p>
          <a:p>
            <a:pPr algn="ctr">
              <a:spcBef>
                <a:spcPct val="0"/>
              </a:spcBef>
              <a:buFontTx/>
              <a:buNone/>
            </a:pPr>
            <a:r>
              <a:rPr lang="en-US" altLang="en-US" sz="1400">
                <a:latin typeface="Times New Roman" panose="02020603050405020304" pitchFamily="18" charset="0"/>
              </a:rPr>
              <a:t>4096x16</a:t>
            </a:r>
          </a:p>
        </p:txBody>
      </p:sp>
      <p:sp>
        <p:nvSpPr>
          <p:cNvPr id="32898" name="Rectangle 130">
            <a:extLst>
              <a:ext uri="{FF2B5EF4-FFF2-40B4-BE49-F238E27FC236}">
                <a16:creationId xmlns:a16="http://schemas.microsoft.com/office/drawing/2014/main" id="{C266FD55-774B-79E0-001E-B139BE128DEB}"/>
              </a:ext>
            </a:extLst>
          </p:cNvPr>
          <p:cNvSpPr>
            <a:spLocks noChangeArrowheads="1"/>
          </p:cNvSpPr>
          <p:nvPr/>
        </p:nvSpPr>
        <p:spPr bwMode="auto">
          <a:xfrm>
            <a:off x="3505200" y="5143500"/>
            <a:ext cx="2314575"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99" name="Text Box 131">
            <a:extLst>
              <a:ext uri="{FF2B5EF4-FFF2-40B4-BE49-F238E27FC236}">
                <a16:creationId xmlns:a16="http://schemas.microsoft.com/office/drawing/2014/main" id="{236F5A89-2ABA-24B0-1588-1CB17BDF6CFC}"/>
              </a:ext>
            </a:extLst>
          </p:cNvPr>
          <p:cNvSpPr txBox="1">
            <a:spLocks noChangeArrowheads="1"/>
          </p:cNvSpPr>
          <p:nvPr/>
        </p:nvSpPr>
        <p:spPr bwMode="auto">
          <a:xfrm>
            <a:off x="4548188" y="5149850"/>
            <a:ext cx="2254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TR</a:t>
            </a:r>
            <a:endParaRPr lang="en-US" altLang="en-US" sz="1400">
              <a:latin typeface="Times New Roman" panose="02020603050405020304" pitchFamily="18" charset="0"/>
            </a:endParaRPr>
          </a:p>
        </p:txBody>
      </p:sp>
      <p:sp>
        <p:nvSpPr>
          <p:cNvPr id="32900" name="AutoShape 132">
            <a:extLst>
              <a:ext uri="{FF2B5EF4-FFF2-40B4-BE49-F238E27FC236}">
                <a16:creationId xmlns:a16="http://schemas.microsoft.com/office/drawing/2014/main" id="{00E2D1C9-7742-28B7-5E9B-214B364F9B17}"/>
              </a:ext>
            </a:extLst>
          </p:cNvPr>
          <p:cNvSpPr>
            <a:spLocks noChangeArrowheads="1"/>
          </p:cNvSpPr>
          <p:nvPr/>
        </p:nvSpPr>
        <p:spPr bwMode="auto">
          <a:xfrm>
            <a:off x="5638800" y="5314950"/>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18C4B5D7-F919-F9C3-C0E2-43C2895EF2A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1FD294D-7775-44B5-AF1D-7A41FA2EA11E}" type="slidenum">
              <a:rPr lang="ar-SA" altLang="en-US" sz="1400"/>
              <a:pPr>
                <a:spcBef>
                  <a:spcPct val="0"/>
                </a:spcBef>
                <a:buFontTx/>
                <a:buNone/>
              </a:pPr>
              <a:t>24</a:t>
            </a:fld>
            <a:endParaRPr lang="en-US" altLang="en-US" sz="1400"/>
          </a:p>
        </p:txBody>
      </p:sp>
      <p:sp>
        <p:nvSpPr>
          <p:cNvPr id="34819" name="Rectangle 2">
            <a:extLst>
              <a:ext uri="{FF2B5EF4-FFF2-40B4-BE49-F238E27FC236}">
                <a16:creationId xmlns:a16="http://schemas.microsoft.com/office/drawing/2014/main" id="{E2FCC26B-B479-0357-138E-C0D636428A57}"/>
              </a:ext>
            </a:extLst>
          </p:cNvPr>
          <p:cNvSpPr>
            <a:spLocks noGrp="1" noChangeArrowheads="1"/>
          </p:cNvSpPr>
          <p:nvPr>
            <p:ph type="title"/>
          </p:nvPr>
        </p:nvSpPr>
        <p:spPr>
          <a:xfrm>
            <a:off x="2771775" y="260350"/>
            <a:ext cx="3800475" cy="368300"/>
          </a:xfrm>
          <a:noFill/>
        </p:spPr>
        <p:txBody>
          <a:bodyPr wrap="none" lIns="63500" tIns="25400" rIns="63500" bIns="25400" anchor="t">
            <a:spAutoFit/>
          </a:bodyPr>
          <a:lstStyle/>
          <a:p>
            <a:pPr defTabSz="762000" eaLnBrk="1" hangingPunct="1">
              <a:lnSpc>
                <a:spcPct val="87000"/>
              </a:lnSpc>
            </a:pPr>
            <a:r>
              <a:rPr lang="en-US" altLang="ko-KR" sz="2400" b="1">
                <a:solidFill>
                  <a:schemeClr val="tx1"/>
                </a:solidFill>
                <a:ea typeface="굴림" panose="020B0600000101010101" pitchFamily="34" charset="-127"/>
              </a:rPr>
              <a:t>COMPUTER  REGISTERS</a:t>
            </a:r>
          </a:p>
        </p:txBody>
      </p:sp>
      <p:sp>
        <p:nvSpPr>
          <p:cNvPr id="34820" name="Rectangle 6">
            <a:extLst>
              <a:ext uri="{FF2B5EF4-FFF2-40B4-BE49-F238E27FC236}">
                <a16:creationId xmlns:a16="http://schemas.microsoft.com/office/drawing/2014/main" id="{C36B477E-96D4-9842-A4E9-E7C1A53FC851}"/>
              </a:ext>
            </a:extLst>
          </p:cNvPr>
          <p:cNvSpPr>
            <a:spLocks noChangeArrowheads="1"/>
          </p:cNvSpPr>
          <p:nvPr/>
        </p:nvSpPr>
        <p:spPr bwMode="auto">
          <a:xfrm>
            <a:off x="8027988" y="0"/>
            <a:ext cx="989012"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a:lnSpc>
                <a:spcPct val="90000"/>
              </a:lnSpc>
              <a:spcBef>
                <a:spcPct val="0"/>
              </a:spcBef>
              <a:buFontTx/>
              <a:buNone/>
            </a:pPr>
            <a:r>
              <a:rPr kumimoji="1" lang="en-US" altLang="ko-KR" sz="1400" b="1" i="1">
                <a:latin typeface="Tahoma" panose="020B0604030504040204" pitchFamily="34" charset="0"/>
                <a:ea typeface="굴림" panose="020B0600000101010101" pitchFamily="34" charset="-127"/>
              </a:rPr>
              <a:t>Registers</a:t>
            </a:r>
          </a:p>
        </p:txBody>
      </p:sp>
      <p:sp>
        <p:nvSpPr>
          <p:cNvPr id="34821" name="Rectangle 7">
            <a:extLst>
              <a:ext uri="{FF2B5EF4-FFF2-40B4-BE49-F238E27FC236}">
                <a16:creationId xmlns:a16="http://schemas.microsoft.com/office/drawing/2014/main" id="{2ED2CDB0-02A3-7369-3DEA-F38F1765C84A}"/>
              </a:ext>
            </a:extLst>
          </p:cNvPr>
          <p:cNvSpPr>
            <a:spLocks noChangeArrowheads="1"/>
          </p:cNvSpPr>
          <p:nvPr/>
        </p:nvSpPr>
        <p:spPr bwMode="auto">
          <a:xfrm>
            <a:off x="927100" y="954088"/>
            <a:ext cx="3711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nSpc>
                <a:spcPct val="90000"/>
              </a:lnSpc>
              <a:spcBef>
                <a:spcPct val="0"/>
              </a:spcBef>
              <a:buFontTx/>
              <a:buNone/>
            </a:pPr>
            <a:r>
              <a:rPr kumimoji="1" lang="en-US" altLang="ko-KR" sz="1800" b="1">
                <a:latin typeface="Tahoma" panose="020B0604030504040204" pitchFamily="34" charset="0"/>
                <a:ea typeface="굴림" panose="020B0600000101010101" pitchFamily="34" charset="-127"/>
              </a:rPr>
              <a:t>Registers in the Basic Computer</a:t>
            </a:r>
          </a:p>
        </p:txBody>
      </p:sp>
      <p:pic>
        <p:nvPicPr>
          <p:cNvPr id="34822" name="Picture 2">
            <a:extLst>
              <a:ext uri="{FF2B5EF4-FFF2-40B4-BE49-F238E27FC236}">
                <a16:creationId xmlns:a16="http://schemas.microsoft.com/office/drawing/2014/main" id="{B61A42EF-892F-8121-9A99-B60D01EF4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438" y="1485900"/>
            <a:ext cx="671195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48D2873-4D80-B464-74FF-1D4758597C4C}"/>
              </a:ext>
            </a:extLst>
          </p:cNvPr>
          <p:cNvSpPr>
            <a:spLocks noGrp="1" noChangeArrowheads="1"/>
          </p:cNvSpPr>
          <p:nvPr>
            <p:ph type="body" idx="4294967295"/>
          </p:nvPr>
        </p:nvSpPr>
        <p:spPr>
          <a:xfrm>
            <a:off x="228600" y="990600"/>
            <a:ext cx="8077200" cy="5486400"/>
          </a:xfrm>
        </p:spPr>
        <p:txBody>
          <a:bodyPr/>
          <a:lstStyle/>
          <a:p>
            <a:pPr marL="349250" lvl="3" indent="0" eaLnBrk="1" hangingPunct="1"/>
            <a:r>
              <a:rPr lang="en-US" altLang="ko-KR" sz="2400">
                <a:ea typeface="굴림" panose="020B0600000101010101" pitchFamily="34" charset="-127"/>
              </a:rPr>
              <a:t>Accumulator(AC) : takes input from ALU</a:t>
            </a:r>
          </a:p>
          <a:p>
            <a:pPr marL="463550" lvl="4" indent="0" eaLnBrk="1" hangingPunct="1"/>
            <a:r>
              <a:rPr lang="en-US" altLang="ko-KR" sz="2400">
                <a:ea typeface="굴림" panose="020B0600000101010101" pitchFamily="34" charset="-127"/>
              </a:rPr>
              <a:t>The ALU takes input from DR, AC and INPR : </a:t>
            </a:r>
          </a:p>
          <a:p>
            <a:pPr marL="463550" lvl="4" indent="0" eaLnBrk="1" hangingPunct="1"/>
            <a:r>
              <a:rPr lang="en-US" altLang="ko-KR" sz="2400" b="1">
                <a:solidFill>
                  <a:srgbClr val="663300"/>
                </a:solidFill>
                <a:ea typeface="굴림" panose="020B0600000101010101" pitchFamily="34" charset="-127"/>
              </a:rPr>
              <a:t>ADD</a:t>
            </a:r>
            <a:r>
              <a:rPr lang="en-US" altLang="ko-KR" sz="2400">
                <a:ea typeface="굴림" panose="020B0600000101010101" pitchFamily="34" charset="-127"/>
              </a:rPr>
              <a:t> DR </a:t>
            </a:r>
            <a:r>
              <a:rPr lang="en-US" altLang="ko-KR" sz="2400" b="1">
                <a:solidFill>
                  <a:srgbClr val="663300"/>
                </a:solidFill>
                <a:ea typeface="굴림" panose="020B0600000101010101" pitchFamily="34" charset="-127"/>
              </a:rPr>
              <a:t>to</a:t>
            </a:r>
            <a:r>
              <a:rPr lang="en-US" altLang="ko-KR" sz="2400">
                <a:ea typeface="굴림" panose="020B0600000101010101" pitchFamily="34" charset="-127"/>
              </a:rPr>
              <a:t> AC, </a:t>
            </a:r>
            <a:r>
              <a:rPr lang="en-US" altLang="ko-KR" sz="2400" b="1">
                <a:solidFill>
                  <a:srgbClr val="663300"/>
                </a:solidFill>
                <a:ea typeface="굴림" panose="020B0600000101010101" pitchFamily="34" charset="-127"/>
              </a:rPr>
              <a:t>AND</a:t>
            </a:r>
            <a:r>
              <a:rPr lang="en-US" altLang="ko-KR" sz="2400">
                <a:ea typeface="굴림" panose="020B0600000101010101" pitchFamily="34" charset="-127"/>
              </a:rPr>
              <a:t> DR </a:t>
            </a:r>
            <a:r>
              <a:rPr lang="en-US" altLang="ko-KR" sz="2400" b="1">
                <a:solidFill>
                  <a:srgbClr val="663300"/>
                </a:solidFill>
                <a:ea typeface="굴림" panose="020B0600000101010101" pitchFamily="34" charset="-127"/>
              </a:rPr>
              <a:t>to</a:t>
            </a:r>
            <a:r>
              <a:rPr lang="en-US" altLang="ko-KR" sz="2400">
                <a:ea typeface="굴림" panose="020B0600000101010101" pitchFamily="34" charset="-127"/>
              </a:rPr>
              <a:t> AC</a:t>
            </a:r>
            <a:r>
              <a:rPr lang="ko-KR" altLang="en-US" sz="2400">
                <a:ea typeface="굴림" panose="020B0600000101010101" pitchFamily="34" charset="-127"/>
              </a:rPr>
              <a:t> </a:t>
            </a:r>
          </a:p>
          <a:p>
            <a:pPr marL="349250" lvl="3" indent="0" eaLnBrk="1" hangingPunct="1"/>
            <a:r>
              <a:rPr lang="en-US" altLang="ko-KR" sz="2400">
                <a:ea typeface="굴림" panose="020B0600000101010101" pitchFamily="34" charset="-127"/>
              </a:rPr>
              <a:t>Note) Input register is not connected to the bus.</a:t>
            </a:r>
          </a:p>
          <a:p>
            <a:pPr marL="349250" lvl="3" indent="0" eaLnBrk="1" hangingPunct="1"/>
            <a:r>
              <a:rPr lang="en-US" altLang="ko-KR" sz="2400">
                <a:ea typeface="굴림" panose="020B0600000101010101" pitchFamily="34" charset="-127"/>
              </a:rPr>
              <a:t>The input register is connected only to the ALU</a:t>
            </a:r>
          </a:p>
          <a:p>
            <a:pPr marL="463550" lvl="4" indent="0" eaLnBrk="1" hangingPunct="1"/>
            <a:endParaRPr lang="ko-KR" altLang="en-US" sz="2400">
              <a:ea typeface="굴림" panose="020B0600000101010101" pitchFamily="34" charset="-127"/>
            </a:endParaRPr>
          </a:p>
        </p:txBody>
      </p:sp>
      <p:sp>
        <p:nvSpPr>
          <p:cNvPr id="35843" name="Rectangle 8">
            <a:extLst>
              <a:ext uri="{FF2B5EF4-FFF2-40B4-BE49-F238E27FC236}">
                <a16:creationId xmlns:a16="http://schemas.microsoft.com/office/drawing/2014/main" id="{5DB03170-0D8F-DC1F-10AC-3E20255FF0A1}"/>
              </a:ext>
            </a:extLst>
          </p:cNvPr>
          <p:cNvSpPr>
            <a:spLocks noGrp="1" noChangeArrowheads="1"/>
          </p:cNvSpPr>
          <p:nvPr>
            <p:ph type="title" idx="4294967295"/>
          </p:nvPr>
        </p:nvSpPr>
        <p:spPr>
          <a:xfrm>
            <a:off x="609600" y="152400"/>
            <a:ext cx="7772400" cy="609600"/>
          </a:xfrm>
        </p:spPr>
        <p:txBody>
          <a:bodyPr lIns="90488" tIns="44450" rIns="90488" bIns="44450" anchor="b"/>
          <a:lstStyle/>
          <a:p>
            <a:pPr eaLnBrk="1" hangingPunct="1"/>
            <a:r>
              <a:rPr lang="en-US" altLang="ko-KR" sz="3600">
                <a:ea typeface="굴림" panose="020B0600000101010101" pitchFamily="34" charset="-127"/>
              </a:rPr>
              <a:t>Computer Registers</a:t>
            </a:r>
            <a:endParaRPr lang="ko-KR" altLang="en-US" sz="3600">
              <a:ea typeface="굴림" panose="020B0600000101010101" pitchFamily="34" charset="-127"/>
            </a:endParaRPr>
          </a:p>
        </p:txBody>
      </p:sp>
      <p:pic>
        <p:nvPicPr>
          <p:cNvPr id="35844" name="Picture 9">
            <a:extLst>
              <a:ext uri="{FF2B5EF4-FFF2-40B4-BE49-F238E27FC236}">
                <a16:creationId xmlns:a16="http://schemas.microsoft.com/office/drawing/2014/main" id="{995AC113-80D9-8BB0-EE18-D430A234B5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505200"/>
            <a:ext cx="6551613"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84B0DD8C-FA63-FB77-8204-B6C269627A3F}"/>
              </a:ext>
            </a:extLst>
          </p:cNvPr>
          <p:cNvSpPr>
            <a:spLocks noGrp="1" noChangeArrowheads="1"/>
          </p:cNvSpPr>
          <p:nvPr>
            <p:ph type="title"/>
          </p:nvPr>
        </p:nvSpPr>
        <p:spPr/>
        <p:txBody>
          <a:bodyPr/>
          <a:lstStyle/>
          <a:p>
            <a:pPr eaLnBrk="1" hangingPunct="1"/>
            <a:r>
              <a:rPr lang="en-US" altLang="ko-KR">
                <a:solidFill>
                  <a:schemeClr val="tx1"/>
                </a:solidFill>
                <a:ea typeface="굴림" panose="020B0600000101010101" pitchFamily="34" charset="-127"/>
              </a:rPr>
              <a:t>5-2  Computer Registers</a:t>
            </a:r>
            <a:endParaRPr lang="en-US" altLang="en-US">
              <a:solidFill>
                <a:schemeClr val="tx1"/>
              </a:solidFill>
            </a:endParaRPr>
          </a:p>
        </p:txBody>
      </p:sp>
      <p:sp>
        <p:nvSpPr>
          <p:cNvPr id="37891" name="Rectangle 3">
            <a:extLst>
              <a:ext uri="{FF2B5EF4-FFF2-40B4-BE49-F238E27FC236}">
                <a16:creationId xmlns:a16="http://schemas.microsoft.com/office/drawing/2014/main" id="{A3066B0F-FBA0-FF40-83B3-A828AC65BF32}"/>
              </a:ext>
            </a:extLst>
          </p:cNvPr>
          <p:cNvSpPr>
            <a:spLocks noGrp="1" noChangeArrowheads="1"/>
          </p:cNvSpPr>
          <p:nvPr>
            <p:ph type="body" idx="1"/>
          </p:nvPr>
        </p:nvSpPr>
        <p:spPr/>
        <p:txBody>
          <a:bodyPr/>
          <a:lstStyle/>
          <a:p>
            <a:pPr eaLnBrk="1" hangingPunct="1">
              <a:lnSpc>
                <a:spcPct val="80000"/>
              </a:lnSpc>
            </a:pPr>
            <a:r>
              <a:rPr lang="ko-KR" altLang="ko-KR" sz="2000">
                <a:ea typeface="굴림" panose="020B0600000101010101" pitchFamily="34" charset="-127"/>
              </a:rPr>
              <a:t>Data Register(</a:t>
            </a:r>
            <a:r>
              <a:rPr lang="ko-KR" altLang="ko-KR" sz="2000" b="1" i="1">
                <a:solidFill>
                  <a:srgbClr val="A50021"/>
                </a:solidFill>
                <a:ea typeface="굴림" panose="020B0600000101010101" pitchFamily="34" charset="-127"/>
              </a:rPr>
              <a:t>DR</a:t>
            </a:r>
            <a:r>
              <a:rPr lang="ko-KR" altLang="ko-KR" sz="2000">
                <a:ea typeface="굴림" panose="020B0600000101010101" pitchFamily="34" charset="-127"/>
              </a:rPr>
              <a:t>) : hold the operand(Data) read from memory</a:t>
            </a:r>
            <a:endParaRPr lang="ko-KR" altLang="en-US" sz="2000">
              <a:ea typeface="굴림" panose="020B0600000101010101" pitchFamily="34" charset="-127"/>
            </a:endParaRPr>
          </a:p>
          <a:p>
            <a:pPr eaLnBrk="1" hangingPunct="1">
              <a:lnSpc>
                <a:spcPct val="80000"/>
              </a:lnSpc>
            </a:pPr>
            <a:endParaRPr lang="ko-KR" altLang="ko-KR" sz="2000">
              <a:ea typeface="굴림" panose="020B0600000101010101" pitchFamily="34" charset="-127"/>
            </a:endParaRPr>
          </a:p>
          <a:p>
            <a:pPr eaLnBrk="1" hangingPunct="1">
              <a:lnSpc>
                <a:spcPct val="80000"/>
              </a:lnSpc>
            </a:pPr>
            <a:r>
              <a:rPr lang="ko-KR" altLang="ko-KR" sz="2000">
                <a:ea typeface="굴림" panose="020B0600000101010101" pitchFamily="34" charset="-127"/>
              </a:rPr>
              <a:t>Accumulator Register(</a:t>
            </a:r>
            <a:r>
              <a:rPr lang="ko-KR" altLang="ko-KR" sz="2000" b="1" i="1">
                <a:solidFill>
                  <a:srgbClr val="A50021"/>
                </a:solidFill>
                <a:ea typeface="굴림" panose="020B0600000101010101" pitchFamily="34" charset="-127"/>
              </a:rPr>
              <a:t>AC</a:t>
            </a:r>
            <a:r>
              <a:rPr lang="ko-KR" altLang="ko-KR" sz="2000">
                <a:ea typeface="굴림" panose="020B0600000101010101" pitchFamily="34" charset="-127"/>
              </a:rPr>
              <a:t>) : general purpose processing register</a:t>
            </a:r>
            <a:endParaRPr lang="ko-KR" altLang="en-US" sz="2000">
              <a:ea typeface="굴림" panose="020B0600000101010101" pitchFamily="34" charset="-127"/>
            </a:endParaRPr>
          </a:p>
          <a:p>
            <a:pPr eaLnBrk="1" hangingPunct="1">
              <a:lnSpc>
                <a:spcPct val="80000"/>
              </a:lnSpc>
            </a:pPr>
            <a:endParaRPr lang="ko-KR" altLang="ko-KR" sz="2000">
              <a:ea typeface="굴림" panose="020B0600000101010101" pitchFamily="34" charset="-127"/>
            </a:endParaRPr>
          </a:p>
          <a:p>
            <a:pPr eaLnBrk="1" hangingPunct="1">
              <a:lnSpc>
                <a:spcPct val="80000"/>
              </a:lnSpc>
            </a:pPr>
            <a:r>
              <a:rPr lang="ko-KR" altLang="ko-KR" sz="2000">
                <a:ea typeface="굴림" panose="020B0600000101010101" pitchFamily="34" charset="-127"/>
              </a:rPr>
              <a:t>Instruction Register(</a:t>
            </a:r>
            <a:r>
              <a:rPr lang="ko-KR" altLang="ko-KR" sz="2000" b="1" i="1">
                <a:solidFill>
                  <a:srgbClr val="A50021"/>
                </a:solidFill>
                <a:ea typeface="굴림" panose="020B0600000101010101" pitchFamily="34" charset="-127"/>
              </a:rPr>
              <a:t>IR</a:t>
            </a:r>
            <a:r>
              <a:rPr lang="ko-KR" altLang="ko-KR" sz="2000">
                <a:ea typeface="굴림" panose="020B0600000101010101" pitchFamily="34" charset="-127"/>
              </a:rPr>
              <a:t>) : hold the instruction read from memory</a:t>
            </a:r>
            <a:endParaRPr lang="ko-KR" altLang="en-US" sz="2000">
              <a:ea typeface="굴림" panose="020B0600000101010101" pitchFamily="34" charset="-127"/>
            </a:endParaRPr>
          </a:p>
          <a:p>
            <a:pPr eaLnBrk="1" hangingPunct="1">
              <a:lnSpc>
                <a:spcPct val="80000"/>
              </a:lnSpc>
            </a:pPr>
            <a:endParaRPr lang="ko-KR" altLang="ko-KR" sz="2000">
              <a:ea typeface="굴림" panose="020B0600000101010101" pitchFamily="34" charset="-127"/>
            </a:endParaRPr>
          </a:p>
          <a:p>
            <a:pPr eaLnBrk="1" hangingPunct="1">
              <a:lnSpc>
                <a:spcPct val="80000"/>
              </a:lnSpc>
            </a:pPr>
            <a:r>
              <a:rPr lang="ko-KR" altLang="ko-KR" sz="2000">
                <a:ea typeface="굴림" panose="020B0600000101010101" pitchFamily="34" charset="-127"/>
              </a:rPr>
              <a:t>Temporary Register(</a:t>
            </a:r>
            <a:r>
              <a:rPr lang="ko-KR" altLang="ko-KR" sz="2000" b="1" i="1">
                <a:solidFill>
                  <a:srgbClr val="A50021"/>
                </a:solidFill>
                <a:ea typeface="굴림" panose="020B0600000101010101" pitchFamily="34" charset="-127"/>
              </a:rPr>
              <a:t>TR</a:t>
            </a:r>
            <a:r>
              <a:rPr lang="ko-KR" altLang="ko-KR" sz="2000">
                <a:ea typeface="굴림" panose="020B0600000101010101" pitchFamily="34" charset="-127"/>
              </a:rPr>
              <a:t>) : hold a temporary data during processing</a:t>
            </a:r>
            <a:endParaRPr lang="ko-KR" altLang="en-US" sz="2000">
              <a:ea typeface="굴림" panose="020B0600000101010101" pitchFamily="34" charset="-127"/>
            </a:endParaRPr>
          </a:p>
          <a:p>
            <a:pPr eaLnBrk="1" hangingPunct="1">
              <a:lnSpc>
                <a:spcPct val="80000"/>
              </a:lnSpc>
            </a:pPr>
            <a:endParaRPr lang="ko-KR" altLang="ko-KR" sz="2000">
              <a:ea typeface="굴림" panose="020B0600000101010101" pitchFamily="34" charset="-127"/>
            </a:endParaRPr>
          </a:p>
          <a:p>
            <a:pPr eaLnBrk="1" hangingPunct="1">
              <a:lnSpc>
                <a:spcPct val="80000"/>
              </a:lnSpc>
            </a:pPr>
            <a:r>
              <a:rPr lang="ko-KR" altLang="ko-KR" sz="2000">
                <a:ea typeface="굴림" panose="020B0600000101010101" pitchFamily="34" charset="-127"/>
              </a:rPr>
              <a:t>Address Register(</a:t>
            </a:r>
            <a:r>
              <a:rPr lang="ko-KR" altLang="ko-KR" sz="2000" b="1" i="1">
                <a:solidFill>
                  <a:srgbClr val="A50021"/>
                </a:solidFill>
                <a:ea typeface="굴림" panose="020B0600000101010101" pitchFamily="34" charset="-127"/>
              </a:rPr>
              <a:t>AR</a:t>
            </a:r>
            <a:r>
              <a:rPr lang="ko-KR" altLang="ko-KR" sz="2000">
                <a:ea typeface="굴림" panose="020B0600000101010101" pitchFamily="34" charset="-127"/>
              </a:rPr>
              <a:t>) : hold a memory address, 12 bit width</a:t>
            </a:r>
          </a:p>
          <a:p>
            <a:pPr eaLnBrk="1" hangingPunct="1">
              <a:lnSpc>
                <a:spcPct val="80000"/>
              </a:lnSpc>
            </a:pPr>
            <a:endParaRPr lang="en-US" altLang="en-US"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2BD0331B-5D4E-FA38-3949-036D173ABD34}"/>
              </a:ext>
            </a:extLst>
          </p:cNvPr>
          <p:cNvSpPr>
            <a:spLocks noGrp="1" noChangeArrowheads="1"/>
          </p:cNvSpPr>
          <p:nvPr>
            <p:ph type="title"/>
          </p:nvPr>
        </p:nvSpPr>
        <p:spPr/>
        <p:txBody>
          <a:bodyPr/>
          <a:lstStyle/>
          <a:p>
            <a:pPr eaLnBrk="1" hangingPunct="1"/>
            <a:r>
              <a:rPr lang="en-US" altLang="ko-KR">
                <a:solidFill>
                  <a:schemeClr val="tx1"/>
                </a:solidFill>
                <a:ea typeface="굴림" panose="020B0600000101010101" pitchFamily="34" charset="-127"/>
              </a:rPr>
              <a:t>5-2  Computer Registers</a:t>
            </a:r>
            <a:endParaRPr lang="en-US" altLang="en-US">
              <a:solidFill>
                <a:schemeClr val="tx1"/>
              </a:solidFill>
            </a:endParaRPr>
          </a:p>
        </p:txBody>
      </p:sp>
      <p:sp>
        <p:nvSpPr>
          <p:cNvPr id="38915" name="Rectangle 3">
            <a:extLst>
              <a:ext uri="{FF2B5EF4-FFF2-40B4-BE49-F238E27FC236}">
                <a16:creationId xmlns:a16="http://schemas.microsoft.com/office/drawing/2014/main" id="{76AA2BDE-A5E3-1D8B-7005-F4E04C66682C}"/>
              </a:ext>
            </a:extLst>
          </p:cNvPr>
          <p:cNvSpPr>
            <a:spLocks noGrp="1" noChangeArrowheads="1"/>
          </p:cNvSpPr>
          <p:nvPr>
            <p:ph type="body" idx="1"/>
          </p:nvPr>
        </p:nvSpPr>
        <p:spPr/>
        <p:txBody>
          <a:bodyPr/>
          <a:lstStyle/>
          <a:p>
            <a:pPr eaLnBrk="1" hangingPunct="1"/>
            <a:r>
              <a:rPr lang="ko-KR" altLang="ko-KR" sz="2800">
                <a:ea typeface="굴림" panose="020B0600000101010101" pitchFamily="34" charset="-127"/>
              </a:rPr>
              <a:t>Program Counter(</a:t>
            </a:r>
            <a:r>
              <a:rPr lang="ko-KR" altLang="ko-KR" sz="2800" b="1" i="1">
                <a:solidFill>
                  <a:srgbClr val="A50021"/>
                </a:solidFill>
                <a:ea typeface="굴림" panose="020B0600000101010101" pitchFamily="34" charset="-127"/>
              </a:rPr>
              <a:t>PC</a:t>
            </a:r>
            <a:r>
              <a:rPr lang="ko-KR" altLang="ko-KR" sz="2800">
                <a:ea typeface="굴림" panose="020B0600000101010101" pitchFamily="34" charset="-127"/>
              </a:rPr>
              <a:t>) : </a:t>
            </a:r>
          </a:p>
          <a:p>
            <a:pPr lvl="2" eaLnBrk="1" hangingPunct="1"/>
            <a:r>
              <a:rPr lang="ko-KR" altLang="ko-KR" sz="2000">
                <a:ea typeface="굴림" panose="020B0600000101010101" pitchFamily="34" charset="-127"/>
              </a:rPr>
              <a:t>hold the address of the next instruction to be read from memory after the current instruction is executed</a:t>
            </a:r>
          </a:p>
          <a:p>
            <a:pPr lvl="2" eaLnBrk="1" hangingPunct="1"/>
            <a:r>
              <a:rPr lang="ko-KR" altLang="ko-KR" sz="2000">
                <a:ea typeface="굴림" panose="020B0600000101010101" pitchFamily="34" charset="-127"/>
              </a:rPr>
              <a:t>Instruction words are read and executed in sequence unless a branch instruction is encountered</a:t>
            </a:r>
          </a:p>
          <a:p>
            <a:pPr lvl="2" eaLnBrk="1" hangingPunct="1"/>
            <a:r>
              <a:rPr lang="ko-KR" altLang="ko-KR" sz="2000">
                <a:ea typeface="굴림" panose="020B0600000101010101" pitchFamily="34" charset="-127"/>
              </a:rPr>
              <a:t>A branch instruction calls for a transfer to a nonconsecutive instruction in the program</a:t>
            </a:r>
          </a:p>
          <a:p>
            <a:pPr lvl="2" eaLnBrk="1" hangingPunct="1"/>
            <a:r>
              <a:rPr lang="ko-KR" altLang="ko-KR" sz="2000">
                <a:ea typeface="굴림" panose="020B0600000101010101" pitchFamily="34" charset="-127"/>
              </a:rPr>
              <a:t>The address part of a branch instruction is transferred to PC to become the address of the next instruction</a:t>
            </a:r>
          </a:p>
          <a:p>
            <a:pPr lvl="2" eaLnBrk="1" hangingPunct="1"/>
            <a:r>
              <a:rPr lang="ko-KR" altLang="ko-KR" sz="2000">
                <a:ea typeface="굴림" panose="020B0600000101010101" pitchFamily="34" charset="-127"/>
              </a:rPr>
              <a:t>To read instruction, memory read cycle is initiated, and PC is incremented by one(next instruction fetch)</a:t>
            </a:r>
          </a:p>
          <a:p>
            <a:pPr eaLnBrk="1" hangingPunct="1"/>
            <a:endParaRPr lang="en-US" altLang="en-US" sz="2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31A587E-B425-4666-F3D3-E8A4AFC0F678}"/>
              </a:ext>
            </a:extLst>
          </p:cNvPr>
          <p:cNvSpPr>
            <a:spLocks noGrp="1" noChangeArrowheads="1"/>
          </p:cNvSpPr>
          <p:nvPr>
            <p:ph type="title"/>
          </p:nvPr>
        </p:nvSpPr>
        <p:spPr/>
        <p:txBody>
          <a:bodyPr/>
          <a:lstStyle/>
          <a:p>
            <a:pPr eaLnBrk="1" hangingPunct="1"/>
            <a:r>
              <a:rPr lang="en-US" altLang="ko-KR">
                <a:solidFill>
                  <a:schemeClr val="tx1"/>
                </a:solidFill>
                <a:ea typeface="굴림" panose="020B0600000101010101" pitchFamily="34" charset="-127"/>
              </a:rPr>
              <a:t>5-2  Computer Registers</a:t>
            </a:r>
            <a:endParaRPr lang="en-US" altLang="en-US">
              <a:solidFill>
                <a:schemeClr val="tx1"/>
              </a:solidFill>
            </a:endParaRPr>
          </a:p>
        </p:txBody>
      </p:sp>
      <p:sp>
        <p:nvSpPr>
          <p:cNvPr id="39939" name="Rectangle 3">
            <a:extLst>
              <a:ext uri="{FF2B5EF4-FFF2-40B4-BE49-F238E27FC236}">
                <a16:creationId xmlns:a16="http://schemas.microsoft.com/office/drawing/2014/main" id="{4F22989D-89B1-C477-3A35-3234B4B034E3}"/>
              </a:ext>
            </a:extLst>
          </p:cNvPr>
          <p:cNvSpPr>
            <a:spLocks noGrp="1" noChangeArrowheads="1"/>
          </p:cNvSpPr>
          <p:nvPr>
            <p:ph type="body" idx="1"/>
          </p:nvPr>
        </p:nvSpPr>
        <p:spPr>
          <a:xfrm>
            <a:off x="1219200" y="1981200"/>
            <a:ext cx="7772400" cy="4114800"/>
          </a:xfrm>
        </p:spPr>
        <p:txBody>
          <a:bodyPr/>
          <a:lstStyle/>
          <a:p>
            <a:pPr eaLnBrk="1" hangingPunct="1"/>
            <a:r>
              <a:rPr lang="en-US" altLang="ko-KR">
                <a:ea typeface="굴림" panose="020B0600000101010101" pitchFamily="34" charset="-127"/>
              </a:rPr>
              <a:t>Input Register(</a:t>
            </a:r>
            <a:r>
              <a:rPr lang="en-US" altLang="ko-KR" b="1" i="1">
                <a:solidFill>
                  <a:srgbClr val="A50021"/>
                </a:solidFill>
                <a:ea typeface="굴림" panose="020B0600000101010101" pitchFamily="34" charset="-127"/>
              </a:rPr>
              <a:t>INPR</a:t>
            </a:r>
            <a:r>
              <a:rPr lang="en-US" altLang="ko-KR">
                <a:ea typeface="굴림" panose="020B0600000101010101" pitchFamily="34" charset="-127"/>
              </a:rPr>
              <a:t>) : receive an 8-bit character from an input device</a:t>
            </a:r>
          </a:p>
          <a:p>
            <a:pPr eaLnBrk="1" hangingPunct="1"/>
            <a:r>
              <a:rPr lang="en-US" altLang="ko-KR">
                <a:ea typeface="굴림" panose="020B0600000101010101" pitchFamily="34" charset="-127"/>
              </a:rPr>
              <a:t>Output Register(</a:t>
            </a:r>
            <a:r>
              <a:rPr lang="en-US" altLang="ko-KR" b="1" i="1">
                <a:solidFill>
                  <a:srgbClr val="A50021"/>
                </a:solidFill>
                <a:ea typeface="굴림" panose="020B0600000101010101" pitchFamily="34" charset="-127"/>
              </a:rPr>
              <a:t>OUTR</a:t>
            </a:r>
            <a:r>
              <a:rPr lang="en-US" altLang="ko-KR">
                <a:ea typeface="굴림" panose="020B0600000101010101" pitchFamily="34" charset="-127"/>
              </a:rPr>
              <a:t>) : hold an 8-bit character for an output device</a:t>
            </a:r>
          </a:p>
          <a:p>
            <a:pPr eaLnBrk="1" hangingPunct="1"/>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BDE2F2A-6BC6-42D8-A4CB-3BAACE103C0B}"/>
              </a:ext>
            </a:extLst>
          </p:cNvPr>
          <p:cNvSpPr>
            <a:spLocks noGrp="1" noChangeArrowheads="1"/>
          </p:cNvSpPr>
          <p:nvPr>
            <p:ph type="title"/>
          </p:nvPr>
        </p:nvSpPr>
        <p:spPr/>
        <p:txBody>
          <a:bodyPr/>
          <a:lstStyle/>
          <a:p>
            <a:pPr eaLnBrk="1" hangingPunct="1"/>
            <a:r>
              <a:rPr lang="en-US" altLang="ko-KR">
                <a:solidFill>
                  <a:schemeClr val="tx1"/>
                </a:solidFill>
                <a:ea typeface="굴림" panose="020B0600000101010101" pitchFamily="34" charset="-127"/>
              </a:rPr>
              <a:t>5-2  Computer Registers</a:t>
            </a:r>
            <a:endParaRPr lang="en-US" altLang="en-US">
              <a:solidFill>
                <a:schemeClr val="tx1"/>
              </a:solidFill>
            </a:endParaRPr>
          </a:p>
        </p:txBody>
      </p:sp>
      <p:sp>
        <p:nvSpPr>
          <p:cNvPr id="40963" name="Rectangle 3">
            <a:extLst>
              <a:ext uri="{FF2B5EF4-FFF2-40B4-BE49-F238E27FC236}">
                <a16:creationId xmlns:a16="http://schemas.microsoft.com/office/drawing/2014/main" id="{B7872757-4931-1E8C-AAF2-F9D6467E8E8B}"/>
              </a:ext>
            </a:extLst>
          </p:cNvPr>
          <p:cNvSpPr>
            <a:spLocks noChangeArrowheads="1"/>
          </p:cNvSpPr>
          <p:nvPr/>
        </p:nvSpPr>
        <p:spPr bwMode="auto">
          <a:xfrm>
            <a:off x="304800" y="3048000"/>
            <a:ext cx="8534400" cy="33623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marL="11747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2000" b="1">
                <a:latin typeface="Times New Roman" panose="02020603050405020304" pitchFamily="18" charset="0"/>
                <a:cs typeface="Times New Roman" panose="02020603050405020304" pitchFamily="18" charset="0"/>
              </a:rPr>
              <a:t>Register 	Number</a:t>
            </a:r>
            <a:r>
              <a:rPr lang="en-US" altLang="en-US" sz="2000" b="1" u="sng">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	Register		Register</a:t>
            </a:r>
          </a:p>
          <a:p>
            <a:pPr>
              <a:spcBef>
                <a:spcPct val="0"/>
              </a:spcBef>
              <a:buClrTx/>
              <a:buSzTx/>
              <a:buFontTx/>
              <a:buNone/>
            </a:pPr>
            <a:r>
              <a:rPr lang="en-US" altLang="en-US" sz="2000" b="1" u="sng">
                <a:latin typeface="Times New Roman" panose="02020603050405020304" pitchFamily="18" charset="0"/>
                <a:cs typeface="Times New Roman" panose="02020603050405020304" pitchFamily="18" charset="0"/>
              </a:rPr>
              <a:t>symbol 	of bits 	 	name 		Function-----------------------</a:t>
            </a:r>
          </a:p>
          <a:p>
            <a:pPr>
              <a:spcBef>
                <a:spcPct val="0"/>
              </a:spcBef>
              <a:buClrTx/>
              <a:buSzTx/>
              <a:buFontTx/>
              <a:buNone/>
            </a:pPr>
            <a:r>
              <a:rPr lang="en-US" altLang="en-US" sz="2000">
                <a:latin typeface="Times New Roman" panose="02020603050405020304" pitchFamily="18" charset="0"/>
                <a:cs typeface="Times New Roman" panose="02020603050405020304" pitchFamily="18" charset="0"/>
              </a:rPr>
              <a:t>DR 		16 	Data register 		Holds memory operands</a:t>
            </a:r>
            <a:endParaRPr lang="en-US" altLang="zh-CN" sz="2000">
              <a:latin typeface="Times New Roman" panose="02020603050405020304" pitchFamily="18" charset="0"/>
              <a:ea typeface="SimSun" panose="02010600030101010101" pitchFamily="2" charset="-122"/>
            </a:endParaRPr>
          </a:p>
          <a:p>
            <a:pPr>
              <a:spcBef>
                <a:spcPct val="0"/>
              </a:spcBef>
              <a:buClrTx/>
              <a:buSzTx/>
              <a:buFontTx/>
              <a:buNone/>
            </a:pPr>
            <a:r>
              <a:rPr lang="en-US" altLang="zh-CN" sz="2000">
                <a:latin typeface="Times New Roman" panose="02020603050405020304" pitchFamily="18" charset="0"/>
                <a:ea typeface="SimSun" panose="02010600030101010101" pitchFamily="2" charset="-122"/>
                <a:cs typeface="Times New Roman" panose="02020603050405020304" pitchFamily="18" charset="0"/>
              </a:rPr>
              <a:t>AR		12 	Address register 		Holds address for memory</a:t>
            </a:r>
            <a:endParaRPr lang="en-US" altLang="zh-CN" sz="2000">
              <a:latin typeface="Times New Roman" panose="02020603050405020304" pitchFamily="18" charset="0"/>
              <a:ea typeface="SimSun" panose="02010600030101010101" pitchFamily="2" charset="-122"/>
            </a:endParaRPr>
          </a:p>
          <a:p>
            <a:pPr>
              <a:spcBef>
                <a:spcPct val="0"/>
              </a:spcBef>
              <a:buClrTx/>
              <a:buSzTx/>
              <a:buFontTx/>
              <a:buNone/>
            </a:pPr>
            <a:r>
              <a:rPr lang="en-US" altLang="zh-CN" sz="2000">
                <a:latin typeface="Times New Roman" panose="02020603050405020304" pitchFamily="18" charset="0"/>
                <a:ea typeface="SimSun" panose="02010600030101010101" pitchFamily="2" charset="-122"/>
              </a:rPr>
              <a:t>AC		16 	Accumulator 		Processor register</a:t>
            </a:r>
          </a:p>
          <a:p>
            <a:pPr>
              <a:spcBef>
                <a:spcPct val="0"/>
              </a:spcBef>
              <a:buClrTx/>
              <a:buSzTx/>
              <a:buFontTx/>
              <a:buNone/>
            </a:pPr>
            <a:r>
              <a:rPr lang="en-US" altLang="zh-CN" sz="2000">
                <a:latin typeface="Times New Roman" panose="02020603050405020304" pitchFamily="18" charset="0"/>
                <a:ea typeface="SimSun" panose="02010600030101010101" pitchFamily="2" charset="-122"/>
              </a:rPr>
              <a:t>IR		16 	Instruction register 	Holds instruction code</a:t>
            </a:r>
          </a:p>
          <a:p>
            <a:pPr>
              <a:spcBef>
                <a:spcPct val="0"/>
              </a:spcBef>
              <a:buClrTx/>
              <a:buSzTx/>
              <a:buFontTx/>
              <a:buNone/>
            </a:pPr>
            <a:r>
              <a:rPr lang="en-US" altLang="zh-CN" sz="2000">
                <a:latin typeface="Times New Roman" panose="02020603050405020304" pitchFamily="18" charset="0"/>
                <a:ea typeface="SimSun" panose="02010600030101010101" pitchFamily="2" charset="-122"/>
              </a:rPr>
              <a:t>PC		12 	Program counter 		Holds address of instruction</a:t>
            </a:r>
          </a:p>
          <a:p>
            <a:pPr>
              <a:spcBef>
                <a:spcPct val="0"/>
              </a:spcBef>
              <a:buClrTx/>
              <a:buSzTx/>
              <a:buFontTx/>
              <a:buNone/>
            </a:pPr>
            <a:r>
              <a:rPr lang="en-US" altLang="zh-CN" sz="2000">
                <a:latin typeface="Times New Roman" panose="02020603050405020304" pitchFamily="18" charset="0"/>
                <a:ea typeface="SimSun" panose="02010600030101010101" pitchFamily="2" charset="-122"/>
              </a:rPr>
              <a:t>TR		16 	Temporary register 	Holds temporary data</a:t>
            </a:r>
          </a:p>
          <a:p>
            <a:pPr>
              <a:spcBef>
                <a:spcPct val="0"/>
              </a:spcBef>
              <a:buClrTx/>
              <a:buSzTx/>
              <a:buFontTx/>
              <a:buNone/>
            </a:pPr>
            <a:r>
              <a:rPr lang="en-US" altLang="zh-CN" sz="2000">
                <a:latin typeface="Times New Roman" panose="02020603050405020304" pitchFamily="18" charset="0"/>
                <a:ea typeface="SimSun" panose="02010600030101010101" pitchFamily="2" charset="-122"/>
              </a:rPr>
              <a:t>INPR		8 	Input register 		Holds input character</a:t>
            </a:r>
          </a:p>
          <a:p>
            <a:pPr>
              <a:spcBef>
                <a:spcPct val="0"/>
              </a:spcBef>
              <a:buClrTx/>
              <a:buSzTx/>
              <a:buFontTx/>
              <a:buNone/>
            </a:pPr>
            <a:r>
              <a:rPr lang="en-US" altLang="zh-CN" sz="2000">
                <a:latin typeface="Times New Roman" panose="02020603050405020304" pitchFamily="18" charset="0"/>
                <a:ea typeface="SimSun" panose="02010600030101010101" pitchFamily="2" charset="-122"/>
              </a:rPr>
              <a:t>OUTR		8 	Output register 		Holds output character</a:t>
            </a:r>
          </a:p>
          <a:p>
            <a:pPr>
              <a:spcBef>
                <a:spcPct val="0"/>
              </a:spcBef>
              <a:buClrTx/>
              <a:buSzTx/>
              <a:buFontTx/>
              <a:buNone/>
            </a:pPr>
            <a:endParaRPr lang="en-US" altLang="zh-CN" sz="2000">
              <a:latin typeface="Times New Roman" panose="02020603050405020304" pitchFamily="18" charset="0"/>
              <a:ea typeface="SimSun"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8A6453CF-23A2-4D8E-15B1-A74D73A8D500}"/>
              </a:ext>
            </a:extLst>
          </p:cNvPr>
          <p:cNvSpPr>
            <a:spLocks noGrp="1" noChangeArrowheads="1"/>
          </p:cNvSpPr>
          <p:nvPr>
            <p:ph type="title" idx="4294967295"/>
          </p:nvPr>
        </p:nvSpPr>
        <p:spPr>
          <a:xfrm>
            <a:off x="533400" y="152400"/>
            <a:ext cx="7772400" cy="1143000"/>
          </a:xfrm>
        </p:spPr>
        <p:txBody>
          <a:bodyPr/>
          <a:lstStyle/>
          <a:p>
            <a:pPr eaLnBrk="1" hangingPunct="1"/>
            <a:r>
              <a:rPr lang="en-US" altLang="en-US" sz="3600"/>
              <a:t>Mano’s Computer: each instruction occupies one Memory Words</a:t>
            </a:r>
          </a:p>
        </p:txBody>
      </p:sp>
      <p:sp>
        <p:nvSpPr>
          <p:cNvPr id="71683" name="Rectangle 3">
            <a:extLst>
              <a:ext uri="{FF2B5EF4-FFF2-40B4-BE49-F238E27FC236}">
                <a16:creationId xmlns:a16="http://schemas.microsoft.com/office/drawing/2014/main" id="{ACE621C5-6598-9CFA-AA79-DD656296885F}"/>
              </a:ext>
            </a:extLst>
          </p:cNvPr>
          <p:cNvSpPr>
            <a:spLocks noGrp="1" noChangeArrowheads="1"/>
          </p:cNvSpPr>
          <p:nvPr>
            <p:ph type="body" idx="4294967295"/>
          </p:nvPr>
        </p:nvSpPr>
        <p:spPr>
          <a:xfrm>
            <a:off x="457200" y="2438400"/>
            <a:ext cx="8229600" cy="3565525"/>
          </a:xfrm>
        </p:spPr>
        <p:txBody>
          <a:bodyPr/>
          <a:lstStyle/>
          <a:p>
            <a:pPr eaLnBrk="1" hangingPunct="1">
              <a:lnSpc>
                <a:spcPct val="90000"/>
              </a:lnSpc>
            </a:pPr>
            <a:r>
              <a:rPr lang="en-US" altLang="en-US"/>
              <a:t>4-bit opcode   Bits  15-12</a:t>
            </a:r>
          </a:p>
          <a:p>
            <a:pPr eaLnBrk="1" hangingPunct="1">
              <a:lnSpc>
                <a:spcPct val="90000"/>
              </a:lnSpc>
            </a:pPr>
            <a:r>
              <a:rPr lang="en-US" altLang="en-US"/>
              <a:t>How many possible instructions?</a:t>
            </a:r>
          </a:p>
          <a:p>
            <a:pPr lvl="1" eaLnBrk="1" hangingPunct="1">
              <a:lnSpc>
                <a:spcPct val="90000"/>
              </a:lnSpc>
            </a:pPr>
            <a:r>
              <a:rPr lang="en-US" altLang="en-US"/>
              <a:t>2</a:t>
            </a:r>
            <a:r>
              <a:rPr lang="en-US" altLang="en-US" baseline="30000"/>
              <a:t>4</a:t>
            </a:r>
            <a:r>
              <a:rPr lang="en-US" altLang="en-US"/>
              <a:t>=16</a:t>
            </a:r>
          </a:p>
          <a:p>
            <a:pPr eaLnBrk="1" hangingPunct="1">
              <a:lnSpc>
                <a:spcPct val="90000"/>
              </a:lnSpc>
            </a:pPr>
            <a:r>
              <a:rPr lang="en-US" altLang="en-US"/>
              <a:t>This leaves 12 bits for the address</a:t>
            </a:r>
          </a:p>
          <a:p>
            <a:pPr lvl="1" eaLnBrk="1" hangingPunct="1">
              <a:lnSpc>
                <a:spcPct val="90000"/>
              </a:lnSpc>
            </a:pPr>
            <a:r>
              <a:rPr lang="en-US" altLang="en-US"/>
              <a:t>How many words of memory?</a:t>
            </a:r>
          </a:p>
          <a:p>
            <a:pPr lvl="1" eaLnBrk="1" hangingPunct="1">
              <a:lnSpc>
                <a:spcPct val="90000"/>
              </a:lnSpc>
            </a:pPr>
            <a:r>
              <a:rPr lang="en-US" altLang="en-US"/>
              <a:t>2</a:t>
            </a:r>
            <a:r>
              <a:rPr lang="en-US" altLang="en-US" baseline="30000"/>
              <a:t>12 </a:t>
            </a:r>
            <a:r>
              <a:rPr lang="en-US" altLang="en-US"/>
              <a:t>= 2</a:t>
            </a:r>
            <a:r>
              <a:rPr lang="en-US" altLang="en-US" baseline="30000"/>
              <a:t>2</a:t>
            </a:r>
            <a:r>
              <a:rPr lang="en-US" altLang="en-US"/>
              <a:t>•2</a:t>
            </a:r>
            <a:r>
              <a:rPr lang="en-US" altLang="en-US" baseline="30000"/>
              <a:t>10</a:t>
            </a:r>
            <a:r>
              <a:rPr lang="en-US" altLang="en-US"/>
              <a:t> = 4K = 4096 16-bit words</a:t>
            </a:r>
          </a:p>
        </p:txBody>
      </p:sp>
      <p:sp>
        <p:nvSpPr>
          <p:cNvPr id="41988" name="Rectangle 4">
            <a:extLst>
              <a:ext uri="{FF2B5EF4-FFF2-40B4-BE49-F238E27FC236}">
                <a16:creationId xmlns:a16="http://schemas.microsoft.com/office/drawing/2014/main" id="{DD6BC108-1195-4511-8B39-313FA4324394}"/>
              </a:ext>
            </a:extLst>
          </p:cNvPr>
          <p:cNvSpPr>
            <a:spLocks noChangeArrowheads="1"/>
          </p:cNvSpPr>
          <p:nvPr/>
        </p:nvSpPr>
        <p:spPr bwMode="auto">
          <a:xfrm>
            <a:off x="1143000" y="1676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89" name="Rectangle 5">
            <a:extLst>
              <a:ext uri="{FF2B5EF4-FFF2-40B4-BE49-F238E27FC236}">
                <a16:creationId xmlns:a16="http://schemas.microsoft.com/office/drawing/2014/main" id="{5DCD41F9-637D-1154-351C-C544FF146CF2}"/>
              </a:ext>
            </a:extLst>
          </p:cNvPr>
          <p:cNvSpPr>
            <a:spLocks noChangeArrowheads="1"/>
          </p:cNvSpPr>
          <p:nvPr/>
        </p:nvSpPr>
        <p:spPr bwMode="auto">
          <a:xfrm>
            <a:off x="1524000" y="1676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0" name="Rectangle 6">
            <a:extLst>
              <a:ext uri="{FF2B5EF4-FFF2-40B4-BE49-F238E27FC236}">
                <a16:creationId xmlns:a16="http://schemas.microsoft.com/office/drawing/2014/main" id="{F65B6B93-B82D-1EB8-15B0-0833A90C1007}"/>
              </a:ext>
            </a:extLst>
          </p:cNvPr>
          <p:cNvSpPr>
            <a:spLocks noChangeArrowheads="1"/>
          </p:cNvSpPr>
          <p:nvPr/>
        </p:nvSpPr>
        <p:spPr bwMode="auto">
          <a:xfrm>
            <a:off x="1905000" y="1676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1" name="Rectangle 7">
            <a:extLst>
              <a:ext uri="{FF2B5EF4-FFF2-40B4-BE49-F238E27FC236}">
                <a16:creationId xmlns:a16="http://schemas.microsoft.com/office/drawing/2014/main" id="{A3633349-6D4E-5311-575D-1D2BB30A016E}"/>
              </a:ext>
            </a:extLst>
          </p:cNvPr>
          <p:cNvSpPr>
            <a:spLocks noChangeArrowheads="1"/>
          </p:cNvSpPr>
          <p:nvPr/>
        </p:nvSpPr>
        <p:spPr bwMode="auto">
          <a:xfrm>
            <a:off x="2286000" y="1676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2" name="Rectangle 8">
            <a:extLst>
              <a:ext uri="{FF2B5EF4-FFF2-40B4-BE49-F238E27FC236}">
                <a16:creationId xmlns:a16="http://schemas.microsoft.com/office/drawing/2014/main" id="{F529F291-A7D7-A2D8-EE21-212A9151A270}"/>
              </a:ext>
            </a:extLst>
          </p:cNvPr>
          <p:cNvSpPr>
            <a:spLocks noChangeArrowheads="1"/>
          </p:cNvSpPr>
          <p:nvPr/>
        </p:nvSpPr>
        <p:spPr bwMode="auto">
          <a:xfrm>
            <a:off x="2667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3" name="Rectangle 9">
            <a:extLst>
              <a:ext uri="{FF2B5EF4-FFF2-40B4-BE49-F238E27FC236}">
                <a16:creationId xmlns:a16="http://schemas.microsoft.com/office/drawing/2014/main" id="{5CC59796-4B16-F2DF-5069-3B2E398A07F4}"/>
              </a:ext>
            </a:extLst>
          </p:cNvPr>
          <p:cNvSpPr>
            <a:spLocks noChangeArrowheads="1"/>
          </p:cNvSpPr>
          <p:nvPr/>
        </p:nvSpPr>
        <p:spPr bwMode="auto">
          <a:xfrm>
            <a:off x="3048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4" name="Rectangle 10">
            <a:extLst>
              <a:ext uri="{FF2B5EF4-FFF2-40B4-BE49-F238E27FC236}">
                <a16:creationId xmlns:a16="http://schemas.microsoft.com/office/drawing/2014/main" id="{66F066F0-A1C2-8BDE-CC59-155B69EFDE26}"/>
              </a:ext>
            </a:extLst>
          </p:cNvPr>
          <p:cNvSpPr>
            <a:spLocks noChangeArrowheads="1"/>
          </p:cNvSpPr>
          <p:nvPr/>
        </p:nvSpPr>
        <p:spPr bwMode="auto">
          <a:xfrm>
            <a:off x="3429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5" name="Rectangle 11">
            <a:extLst>
              <a:ext uri="{FF2B5EF4-FFF2-40B4-BE49-F238E27FC236}">
                <a16:creationId xmlns:a16="http://schemas.microsoft.com/office/drawing/2014/main" id="{81BA2C23-E04C-ABCD-9BC6-9CACFA5A2C11}"/>
              </a:ext>
            </a:extLst>
          </p:cNvPr>
          <p:cNvSpPr>
            <a:spLocks noChangeArrowheads="1"/>
          </p:cNvSpPr>
          <p:nvPr/>
        </p:nvSpPr>
        <p:spPr bwMode="auto">
          <a:xfrm>
            <a:off x="3810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6" name="Rectangle 12">
            <a:extLst>
              <a:ext uri="{FF2B5EF4-FFF2-40B4-BE49-F238E27FC236}">
                <a16:creationId xmlns:a16="http://schemas.microsoft.com/office/drawing/2014/main" id="{AEE991E6-7806-2925-53F4-668AF5BC5D0D}"/>
              </a:ext>
            </a:extLst>
          </p:cNvPr>
          <p:cNvSpPr>
            <a:spLocks noChangeArrowheads="1"/>
          </p:cNvSpPr>
          <p:nvPr/>
        </p:nvSpPr>
        <p:spPr bwMode="auto">
          <a:xfrm>
            <a:off x="4191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7" name="Rectangle 13">
            <a:extLst>
              <a:ext uri="{FF2B5EF4-FFF2-40B4-BE49-F238E27FC236}">
                <a16:creationId xmlns:a16="http://schemas.microsoft.com/office/drawing/2014/main" id="{B9980FDD-8715-E613-A729-141569211DA8}"/>
              </a:ext>
            </a:extLst>
          </p:cNvPr>
          <p:cNvSpPr>
            <a:spLocks noChangeArrowheads="1"/>
          </p:cNvSpPr>
          <p:nvPr/>
        </p:nvSpPr>
        <p:spPr bwMode="auto">
          <a:xfrm>
            <a:off x="4572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8" name="Rectangle 14">
            <a:extLst>
              <a:ext uri="{FF2B5EF4-FFF2-40B4-BE49-F238E27FC236}">
                <a16:creationId xmlns:a16="http://schemas.microsoft.com/office/drawing/2014/main" id="{A4169244-76DF-1AB3-8279-E1DD18472614}"/>
              </a:ext>
            </a:extLst>
          </p:cNvPr>
          <p:cNvSpPr>
            <a:spLocks noChangeArrowheads="1"/>
          </p:cNvSpPr>
          <p:nvPr/>
        </p:nvSpPr>
        <p:spPr bwMode="auto">
          <a:xfrm>
            <a:off x="4953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9" name="Rectangle 15">
            <a:extLst>
              <a:ext uri="{FF2B5EF4-FFF2-40B4-BE49-F238E27FC236}">
                <a16:creationId xmlns:a16="http://schemas.microsoft.com/office/drawing/2014/main" id="{E13F07B7-B8D7-061F-41E0-3AAC3ADD3CA7}"/>
              </a:ext>
            </a:extLst>
          </p:cNvPr>
          <p:cNvSpPr>
            <a:spLocks noChangeArrowheads="1"/>
          </p:cNvSpPr>
          <p:nvPr/>
        </p:nvSpPr>
        <p:spPr bwMode="auto">
          <a:xfrm>
            <a:off x="5334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2000" name="Rectangle 16">
            <a:extLst>
              <a:ext uri="{FF2B5EF4-FFF2-40B4-BE49-F238E27FC236}">
                <a16:creationId xmlns:a16="http://schemas.microsoft.com/office/drawing/2014/main" id="{AF625456-D9E7-3C13-8C54-B8FB6C144527}"/>
              </a:ext>
            </a:extLst>
          </p:cNvPr>
          <p:cNvSpPr>
            <a:spLocks noChangeArrowheads="1"/>
          </p:cNvSpPr>
          <p:nvPr/>
        </p:nvSpPr>
        <p:spPr bwMode="auto">
          <a:xfrm>
            <a:off x="5715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2001" name="Rectangle 17">
            <a:extLst>
              <a:ext uri="{FF2B5EF4-FFF2-40B4-BE49-F238E27FC236}">
                <a16:creationId xmlns:a16="http://schemas.microsoft.com/office/drawing/2014/main" id="{83B31EDB-8E35-E859-37E8-5C98565CA5C1}"/>
              </a:ext>
            </a:extLst>
          </p:cNvPr>
          <p:cNvSpPr>
            <a:spLocks noChangeArrowheads="1"/>
          </p:cNvSpPr>
          <p:nvPr/>
        </p:nvSpPr>
        <p:spPr bwMode="auto">
          <a:xfrm>
            <a:off x="6096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2002" name="Rectangle 18">
            <a:extLst>
              <a:ext uri="{FF2B5EF4-FFF2-40B4-BE49-F238E27FC236}">
                <a16:creationId xmlns:a16="http://schemas.microsoft.com/office/drawing/2014/main" id="{39252D27-3D32-FC09-B4B7-162F0536F57B}"/>
              </a:ext>
            </a:extLst>
          </p:cNvPr>
          <p:cNvSpPr>
            <a:spLocks noChangeArrowheads="1"/>
          </p:cNvSpPr>
          <p:nvPr/>
        </p:nvSpPr>
        <p:spPr bwMode="auto">
          <a:xfrm>
            <a:off x="6477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2003" name="Rectangle 19">
            <a:extLst>
              <a:ext uri="{FF2B5EF4-FFF2-40B4-BE49-F238E27FC236}">
                <a16:creationId xmlns:a16="http://schemas.microsoft.com/office/drawing/2014/main" id="{DCC0FBC3-1383-55DC-8A4A-DE004187093B}"/>
              </a:ext>
            </a:extLst>
          </p:cNvPr>
          <p:cNvSpPr>
            <a:spLocks noChangeArrowheads="1"/>
          </p:cNvSpPr>
          <p:nvPr/>
        </p:nvSpPr>
        <p:spPr bwMode="auto">
          <a:xfrm>
            <a:off x="6858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2004" name="Text Box 20">
            <a:extLst>
              <a:ext uri="{FF2B5EF4-FFF2-40B4-BE49-F238E27FC236}">
                <a16:creationId xmlns:a16="http://schemas.microsoft.com/office/drawing/2014/main" id="{4522FCE2-9B52-5479-CC5D-438418034694}"/>
              </a:ext>
            </a:extLst>
          </p:cNvPr>
          <p:cNvSpPr txBox="1">
            <a:spLocks noChangeArrowheads="1"/>
          </p:cNvSpPr>
          <p:nvPr/>
        </p:nvSpPr>
        <p:spPr bwMode="auto">
          <a:xfrm>
            <a:off x="6934200" y="1219200"/>
            <a:ext cx="22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0</a:t>
            </a:r>
          </a:p>
        </p:txBody>
      </p:sp>
      <p:sp>
        <p:nvSpPr>
          <p:cNvPr id="42005" name="Text Box 21">
            <a:extLst>
              <a:ext uri="{FF2B5EF4-FFF2-40B4-BE49-F238E27FC236}">
                <a16:creationId xmlns:a16="http://schemas.microsoft.com/office/drawing/2014/main" id="{0E456B28-DD88-CE43-8FCF-35A147F1816F}"/>
              </a:ext>
            </a:extLst>
          </p:cNvPr>
          <p:cNvSpPr txBox="1">
            <a:spLocks noChangeArrowheads="1"/>
          </p:cNvSpPr>
          <p:nvPr/>
        </p:nvSpPr>
        <p:spPr bwMode="auto">
          <a:xfrm>
            <a:off x="990600" y="1295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15</a:t>
            </a:r>
          </a:p>
        </p:txBody>
      </p:sp>
      <p:sp>
        <p:nvSpPr>
          <p:cNvPr id="42006" name="Text Box 22">
            <a:extLst>
              <a:ext uri="{FF2B5EF4-FFF2-40B4-BE49-F238E27FC236}">
                <a16:creationId xmlns:a16="http://schemas.microsoft.com/office/drawing/2014/main" id="{36F824F4-6443-49EE-028A-D5F6D9FEF56D}"/>
              </a:ext>
            </a:extLst>
          </p:cNvPr>
          <p:cNvSpPr txBox="1">
            <a:spLocks noChangeArrowheads="1"/>
          </p:cNvSpPr>
          <p:nvPr/>
        </p:nvSpPr>
        <p:spPr bwMode="auto">
          <a:xfrm>
            <a:off x="2209800" y="1295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12</a:t>
            </a:r>
          </a:p>
        </p:txBody>
      </p:sp>
      <p:sp>
        <p:nvSpPr>
          <p:cNvPr id="42007" name="Text Box 23">
            <a:extLst>
              <a:ext uri="{FF2B5EF4-FFF2-40B4-BE49-F238E27FC236}">
                <a16:creationId xmlns:a16="http://schemas.microsoft.com/office/drawing/2014/main" id="{8FF288F4-2E7E-228A-C121-14E4BC9CE03A}"/>
              </a:ext>
            </a:extLst>
          </p:cNvPr>
          <p:cNvSpPr txBox="1">
            <a:spLocks noChangeArrowheads="1"/>
          </p:cNvSpPr>
          <p:nvPr/>
        </p:nvSpPr>
        <p:spPr bwMode="auto">
          <a:xfrm>
            <a:off x="2667000" y="1295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11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 calcmode="lin" valueType="num">
                                      <p:cBhvr>
                                        <p:cTn id="7" dur="500" fill="hold"/>
                                        <p:tgtEl>
                                          <p:spTgt spid="71683">
                                            <p:txEl>
                                              <p:pRg st="0" end="0"/>
                                            </p:txEl>
                                          </p:spTgt>
                                        </p:tgtEl>
                                        <p:attrNameLst>
                                          <p:attrName>ppt_w</p:attrName>
                                        </p:attrNameLst>
                                      </p:cBhvr>
                                      <p:tavLst>
                                        <p:tav tm="0">
                                          <p:val>
                                            <p:strVal val="2/3*#ppt_w"/>
                                          </p:val>
                                        </p:tav>
                                        <p:tav tm="100000">
                                          <p:val>
                                            <p:strVal val="#ppt_w"/>
                                          </p:val>
                                        </p:tav>
                                      </p:tavLst>
                                    </p:anim>
                                    <p:anim calcmode="lin" valueType="num">
                                      <p:cBhvr>
                                        <p:cTn id="8" dur="500" fill="hold"/>
                                        <p:tgtEl>
                                          <p:spTgt spid="71683">
                                            <p:txEl>
                                              <p:pRg st="0" end="0"/>
                                            </p:txEl>
                                          </p:spTgt>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72" fill="hold" nodeType="clickEffect">
                                  <p:stCondLst>
                                    <p:cond delay="0"/>
                                  </p:stCondLst>
                                  <p:childTnLst>
                                    <p:set>
                                      <p:cBhvr>
                                        <p:cTn id="12" dur="1" fill="hold">
                                          <p:stCondLst>
                                            <p:cond delay="0"/>
                                          </p:stCondLst>
                                        </p:cTn>
                                        <p:tgtEl>
                                          <p:spTgt spid="71683">
                                            <p:txEl>
                                              <p:pRg st="1" end="1"/>
                                            </p:txEl>
                                          </p:spTgt>
                                        </p:tgtEl>
                                        <p:attrNameLst>
                                          <p:attrName>style.visibility</p:attrName>
                                        </p:attrNameLst>
                                      </p:cBhvr>
                                      <p:to>
                                        <p:strVal val="visible"/>
                                      </p:to>
                                    </p:set>
                                    <p:anim calcmode="lin" valueType="num">
                                      <p:cBhvr>
                                        <p:cTn id="13" dur="500" fill="hold"/>
                                        <p:tgtEl>
                                          <p:spTgt spid="71683">
                                            <p:txEl>
                                              <p:pRg st="1" end="1"/>
                                            </p:txEl>
                                          </p:spTgt>
                                        </p:tgtEl>
                                        <p:attrNameLst>
                                          <p:attrName>ppt_w</p:attrName>
                                        </p:attrNameLst>
                                      </p:cBhvr>
                                      <p:tavLst>
                                        <p:tav tm="0">
                                          <p:val>
                                            <p:strVal val="2/3*#ppt_w"/>
                                          </p:val>
                                        </p:tav>
                                        <p:tav tm="100000">
                                          <p:val>
                                            <p:strVal val="#ppt_w"/>
                                          </p:val>
                                        </p:tav>
                                      </p:tavLst>
                                    </p:anim>
                                    <p:anim calcmode="lin" valueType="num">
                                      <p:cBhvr>
                                        <p:cTn id="14" dur="500" fill="hold"/>
                                        <p:tgtEl>
                                          <p:spTgt spid="71683">
                                            <p:txEl>
                                              <p:pRg st="1" end="1"/>
                                            </p:txEl>
                                          </p:spTgt>
                                        </p:tgtEl>
                                        <p:attrNameLst>
                                          <p:attrName>ppt_h</p:attrName>
                                        </p:attrNameLst>
                                      </p:cBhvr>
                                      <p:tavLst>
                                        <p:tav tm="0">
                                          <p:val>
                                            <p:strVal val="2/3*#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272" fill="hold" nodeType="clickEffect">
                                  <p:stCondLst>
                                    <p:cond delay="0"/>
                                  </p:stCondLst>
                                  <p:childTnLst>
                                    <p:set>
                                      <p:cBhvr>
                                        <p:cTn id="18" dur="1" fill="hold">
                                          <p:stCondLst>
                                            <p:cond delay="0"/>
                                          </p:stCondLst>
                                        </p:cTn>
                                        <p:tgtEl>
                                          <p:spTgt spid="71683">
                                            <p:txEl>
                                              <p:pRg st="2" end="2"/>
                                            </p:txEl>
                                          </p:spTgt>
                                        </p:tgtEl>
                                        <p:attrNameLst>
                                          <p:attrName>style.visibility</p:attrName>
                                        </p:attrNameLst>
                                      </p:cBhvr>
                                      <p:to>
                                        <p:strVal val="visible"/>
                                      </p:to>
                                    </p:set>
                                    <p:anim calcmode="lin" valueType="num">
                                      <p:cBhvr>
                                        <p:cTn id="19" dur="500" fill="hold"/>
                                        <p:tgtEl>
                                          <p:spTgt spid="71683">
                                            <p:txEl>
                                              <p:pRg st="2" end="2"/>
                                            </p:txEl>
                                          </p:spTgt>
                                        </p:tgtEl>
                                        <p:attrNameLst>
                                          <p:attrName>ppt_w</p:attrName>
                                        </p:attrNameLst>
                                      </p:cBhvr>
                                      <p:tavLst>
                                        <p:tav tm="0">
                                          <p:val>
                                            <p:strVal val="2/3*#ppt_w"/>
                                          </p:val>
                                        </p:tav>
                                        <p:tav tm="100000">
                                          <p:val>
                                            <p:strVal val="#ppt_w"/>
                                          </p:val>
                                        </p:tav>
                                      </p:tavLst>
                                    </p:anim>
                                    <p:anim calcmode="lin" valueType="num">
                                      <p:cBhvr>
                                        <p:cTn id="20" dur="500" fill="hold"/>
                                        <p:tgtEl>
                                          <p:spTgt spid="71683">
                                            <p:txEl>
                                              <p:pRg st="2" end="2"/>
                                            </p:txEl>
                                          </p:spTgt>
                                        </p:tgtEl>
                                        <p:attrNameLst>
                                          <p:attrName>ppt_h</p:attrName>
                                        </p:attrNameLst>
                                      </p:cBhvr>
                                      <p:tavLst>
                                        <p:tav tm="0">
                                          <p:val>
                                            <p:strVal val="2/3*#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272" fill="hold" nodeType="clickEffect">
                                  <p:stCondLst>
                                    <p:cond delay="0"/>
                                  </p:stCondLst>
                                  <p:childTnLst>
                                    <p:set>
                                      <p:cBhvr>
                                        <p:cTn id="24" dur="1" fill="hold">
                                          <p:stCondLst>
                                            <p:cond delay="0"/>
                                          </p:stCondLst>
                                        </p:cTn>
                                        <p:tgtEl>
                                          <p:spTgt spid="71683">
                                            <p:txEl>
                                              <p:pRg st="3" end="3"/>
                                            </p:txEl>
                                          </p:spTgt>
                                        </p:tgtEl>
                                        <p:attrNameLst>
                                          <p:attrName>style.visibility</p:attrName>
                                        </p:attrNameLst>
                                      </p:cBhvr>
                                      <p:to>
                                        <p:strVal val="visible"/>
                                      </p:to>
                                    </p:set>
                                    <p:anim calcmode="lin" valueType="num">
                                      <p:cBhvr>
                                        <p:cTn id="25" dur="500" fill="hold"/>
                                        <p:tgtEl>
                                          <p:spTgt spid="71683">
                                            <p:txEl>
                                              <p:pRg st="3" end="3"/>
                                            </p:txEl>
                                          </p:spTgt>
                                        </p:tgtEl>
                                        <p:attrNameLst>
                                          <p:attrName>ppt_w</p:attrName>
                                        </p:attrNameLst>
                                      </p:cBhvr>
                                      <p:tavLst>
                                        <p:tav tm="0">
                                          <p:val>
                                            <p:strVal val="2/3*#ppt_w"/>
                                          </p:val>
                                        </p:tav>
                                        <p:tav tm="100000">
                                          <p:val>
                                            <p:strVal val="#ppt_w"/>
                                          </p:val>
                                        </p:tav>
                                      </p:tavLst>
                                    </p:anim>
                                    <p:anim calcmode="lin" valueType="num">
                                      <p:cBhvr>
                                        <p:cTn id="26" dur="500" fill="hold"/>
                                        <p:tgtEl>
                                          <p:spTgt spid="71683">
                                            <p:txEl>
                                              <p:pRg st="3" end="3"/>
                                            </p:txEl>
                                          </p:spTgt>
                                        </p:tgtEl>
                                        <p:attrNameLst>
                                          <p:attrName>ppt_h</p:attrName>
                                        </p:attrNameLst>
                                      </p:cBhvr>
                                      <p:tavLst>
                                        <p:tav tm="0">
                                          <p:val>
                                            <p:strVal val="2/3*#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272" fill="hold" nodeType="clickEffect">
                                  <p:stCondLst>
                                    <p:cond delay="0"/>
                                  </p:stCondLst>
                                  <p:childTnLst>
                                    <p:set>
                                      <p:cBhvr>
                                        <p:cTn id="30" dur="1" fill="hold">
                                          <p:stCondLst>
                                            <p:cond delay="0"/>
                                          </p:stCondLst>
                                        </p:cTn>
                                        <p:tgtEl>
                                          <p:spTgt spid="71683">
                                            <p:txEl>
                                              <p:pRg st="4" end="4"/>
                                            </p:txEl>
                                          </p:spTgt>
                                        </p:tgtEl>
                                        <p:attrNameLst>
                                          <p:attrName>style.visibility</p:attrName>
                                        </p:attrNameLst>
                                      </p:cBhvr>
                                      <p:to>
                                        <p:strVal val="visible"/>
                                      </p:to>
                                    </p:set>
                                    <p:anim calcmode="lin" valueType="num">
                                      <p:cBhvr>
                                        <p:cTn id="31" dur="500" fill="hold"/>
                                        <p:tgtEl>
                                          <p:spTgt spid="71683">
                                            <p:txEl>
                                              <p:pRg st="4" end="4"/>
                                            </p:txEl>
                                          </p:spTgt>
                                        </p:tgtEl>
                                        <p:attrNameLst>
                                          <p:attrName>ppt_w</p:attrName>
                                        </p:attrNameLst>
                                      </p:cBhvr>
                                      <p:tavLst>
                                        <p:tav tm="0">
                                          <p:val>
                                            <p:strVal val="2/3*#ppt_w"/>
                                          </p:val>
                                        </p:tav>
                                        <p:tav tm="100000">
                                          <p:val>
                                            <p:strVal val="#ppt_w"/>
                                          </p:val>
                                        </p:tav>
                                      </p:tavLst>
                                    </p:anim>
                                    <p:anim calcmode="lin" valueType="num">
                                      <p:cBhvr>
                                        <p:cTn id="32" dur="500" fill="hold"/>
                                        <p:tgtEl>
                                          <p:spTgt spid="71683">
                                            <p:txEl>
                                              <p:pRg st="4" end="4"/>
                                            </p:txEl>
                                          </p:spTgt>
                                        </p:tgtEl>
                                        <p:attrNameLst>
                                          <p:attrName>ppt_h</p:attrName>
                                        </p:attrNameLst>
                                      </p:cBhvr>
                                      <p:tavLst>
                                        <p:tav tm="0">
                                          <p:val>
                                            <p:strVal val="2/3*#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272" fill="hold" nodeType="clickEffect">
                                  <p:stCondLst>
                                    <p:cond delay="0"/>
                                  </p:stCondLst>
                                  <p:childTnLst>
                                    <p:set>
                                      <p:cBhvr>
                                        <p:cTn id="36" dur="1" fill="hold">
                                          <p:stCondLst>
                                            <p:cond delay="0"/>
                                          </p:stCondLst>
                                        </p:cTn>
                                        <p:tgtEl>
                                          <p:spTgt spid="71683">
                                            <p:txEl>
                                              <p:pRg st="5" end="5"/>
                                            </p:txEl>
                                          </p:spTgt>
                                        </p:tgtEl>
                                        <p:attrNameLst>
                                          <p:attrName>style.visibility</p:attrName>
                                        </p:attrNameLst>
                                      </p:cBhvr>
                                      <p:to>
                                        <p:strVal val="visible"/>
                                      </p:to>
                                    </p:set>
                                    <p:anim calcmode="lin" valueType="num">
                                      <p:cBhvr>
                                        <p:cTn id="37" dur="500" fill="hold"/>
                                        <p:tgtEl>
                                          <p:spTgt spid="71683">
                                            <p:txEl>
                                              <p:pRg st="5" end="5"/>
                                            </p:txEl>
                                          </p:spTgt>
                                        </p:tgtEl>
                                        <p:attrNameLst>
                                          <p:attrName>ppt_w</p:attrName>
                                        </p:attrNameLst>
                                      </p:cBhvr>
                                      <p:tavLst>
                                        <p:tav tm="0">
                                          <p:val>
                                            <p:strVal val="2/3*#ppt_w"/>
                                          </p:val>
                                        </p:tav>
                                        <p:tav tm="100000">
                                          <p:val>
                                            <p:strVal val="#ppt_w"/>
                                          </p:val>
                                        </p:tav>
                                      </p:tavLst>
                                    </p:anim>
                                    <p:anim calcmode="lin" valueType="num">
                                      <p:cBhvr>
                                        <p:cTn id="38" dur="500" fill="hold"/>
                                        <p:tgtEl>
                                          <p:spTgt spid="71683">
                                            <p:txEl>
                                              <p:pRg st="5" end="5"/>
                                            </p:txEl>
                                          </p:spTgt>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bldLvl="2"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D25656F-920F-777E-56FB-1E109767745C}"/>
              </a:ext>
            </a:extLst>
          </p:cNvPr>
          <p:cNvSpPr>
            <a:spLocks noGrp="1" noChangeArrowheads="1"/>
          </p:cNvSpPr>
          <p:nvPr>
            <p:ph type="title" idx="4294967295"/>
          </p:nvPr>
        </p:nvSpPr>
        <p:spPr>
          <a:xfrm>
            <a:off x="685800" y="0"/>
            <a:ext cx="7772400" cy="1143000"/>
          </a:xfrm>
        </p:spPr>
        <p:txBody>
          <a:bodyPr/>
          <a:lstStyle/>
          <a:p>
            <a:pPr eaLnBrk="1" hangingPunct="1"/>
            <a:r>
              <a:rPr lang="en-US" altLang="en-US" sz="3600"/>
              <a:t>Mano's simple Computer: Instructions</a:t>
            </a:r>
          </a:p>
        </p:txBody>
      </p:sp>
      <p:sp>
        <p:nvSpPr>
          <p:cNvPr id="74755" name="Rectangle 3">
            <a:extLst>
              <a:ext uri="{FF2B5EF4-FFF2-40B4-BE49-F238E27FC236}">
                <a16:creationId xmlns:a16="http://schemas.microsoft.com/office/drawing/2014/main" id="{4865F56C-B02C-AAC2-CB66-A6BA6C5D7F31}"/>
              </a:ext>
            </a:extLst>
          </p:cNvPr>
          <p:cNvSpPr>
            <a:spLocks noGrp="1" noChangeArrowheads="1"/>
          </p:cNvSpPr>
          <p:nvPr>
            <p:ph type="body" idx="4294967295"/>
          </p:nvPr>
        </p:nvSpPr>
        <p:spPr>
          <a:xfrm>
            <a:off x="228600" y="3429000"/>
            <a:ext cx="8763000" cy="2667000"/>
          </a:xfrm>
        </p:spPr>
        <p:txBody>
          <a:bodyPr/>
          <a:lstStyle/>
          <a:p>
            <a:pPr eaLnBrk="1" hangingPunct="1">
              <a:lnSpc>
                <a:spcPct val="90000"/>
              </a:lnSpc>
              <a:buFontTx/>
              <a:buNone/>
            </a:pPr>
            <a:r>
              <a:rPr lang="en-US" altLang="en-US" sz="2400"/>
              <a:t>000  	AND			     100	BUN	</a:t>
            </a:r>
          </a:p>
          <a:p>
            <a:pPr eaLnBrk="1" hangingPunct="1">
              <a:lnSpc>
                <a:spcPct val="90000"/>
              </a:lnSpc>
              <a:buFontTx/>
              <a:buNone/>
            </a:pPr>
            <a:r>
              <a:rPr lang="en-US" altLang="en-US" sz="2400"/>
              <a:t>001	ADD			       (Branch Unconditional)</a:t>
            </a:r>
          </a:p>
          <a:p>
            <a:pPr eaLnBrk="1" hangingPunct="1">
              <a:lnSpc>
                <a:spcPct val="90000"/>
              </a:lnSpc>
              <a:buFontTx/>
              <a:buNone/>
            </a:pPr>
            <a:r>
              <a:rPr lang="en-US" altLang="en-US" sz="2400"/>
              <a:t>010	LDA			     101	BSA</a:t>
            </a:r>
          </a:p>
          <a:p>
            <a:pPr eaLnBrk="1" hangingPunct="1">
              <a:lnSpc>
                <a:spcPct val="90000"/>
              </a:lnSpc>
              <a:buFontTx/>
              <a:buNone/>
            </a:pPr>
            <a:r>
              <a:rPr lang="en-US" altLang="en-US" sz="2400"/>
              <a:t>	(Load Accumulator)           (Branch and Store Address)</a:t>
            </a:r>
          </a:p>
          <a:p>
            <a:pPr eaLnBrk="1" hangingPunct="1">
              <a:lnSpc>
                <a:spcPct val="90000"/>
              </a:lnSpc>
              <a:buFontTx/>
              <a:buNone/>
            </a:pPr>
            <a:r>
              <a:rPr lang="en-US" altLang="en-US" sz="2400"/>
              <a:t>011	STA			     110	ISZ</a:t>
            </a:r>
            <a:br>
              <a:rPr lang="en-US" altLang="en-US" sz="2400"/>
            </a:br>
            <a:r>
              <a:rPr lang="en-US" altLang="en-US" sz="2400"/>
              <a:t>	(Store Accumulator)    (Increment and Skip if Zero)</a:t>
            </a:r>
          </a:p>
        </p:txBody>
      </p:sp>
      <p:sp>
        <p:nvSpPr>
          <p:cNvPr id="44036" name="Rectangle 4">
            <a:extLst>
              <a:ext uri="{FF2B5EF4-FFF2-40B4-BE49-F238E27FC236}">
                <a16:creationId xmlns:a16="http://schemas.microsoft.com/office/drawing/2014/main" id="{9A23E38C-7B3B-46A3-BE9B-2FB6BA7065A1}"/>
              </a:ext>
            </a:extLst>
          </p:cNvPr>
          <p:cNvSpPr>
            <a:spLocks noChangeArrowheads="1"/>
          </p:cNvSpPr>
          <p:nvPr/>
        </p:nvSpPr>
        <p:spPr bwMode="auto">
          <a:xfrm>
            <a:off x="1143000" y="1295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37" name="Rectangle 5">
            <a:extLst>
              <a:ext uri="{FF2B5EF4-FFF2-40B4-BE49-F238E27FC236}">
                <a16:creationId xmlns:a16="http://schemas.microsoft.com/office/drawing/2014/main" id="{CA3B29C1-F095-51E5-076B-7C26921FBE99}"/>
              </a:ext>
            </a:extLst>
          </p:cNvPr>
          <p:cNvSpPr>
            <a:spLocks noChangeArrowheads="1"/>
          </p:cNvSpPr>
          <p:nvPr/>
        </p:nvSpPr>
        <p:spPr bwMode="auto">
          <a:xfrm>
            <a:off x="1524000" y="1295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38" name="Rectangle 6">
            <a:extLst>
              <a:ext uri="{FF2B5EF4-FFF2-40B4-BE49-F238E27FC236}">
                <a16:creationId xmlns:a16="http://schemas.microsoft.com/office/drawing/2014/main" id="{9DC3E6BC-2DAD-9D13-849F-5973C73E80BA}"/>
              </a:ext>
            </a:extLst>
          </p:cNvPr>
          <p:cNvSpPr>
            <a:spLocks noChangeArrowheads="1"/>
          </p:cNvSpPr>
          <p:nvPr/>
        </p:nvSpPr>
        <p:spPr bwMode="auto">
          <a:xfrm>
            <a:off x="1905000" y="1295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39" name="Rectangle 7">
            <a:extLst>
              <a:ext uri="{FF2B5EF4-FFF2-40B4-BE49-F238E27FC236}">
                <a16:creationId xmlns:a16="http://schemas.microsoft.com/office/drawing/2014/main" id="{A59975AD-5161-33BD-D52F-13930FB646E7}"/>
              </a:ext>
            </a:extLst>
          </p:cNvPr>
          <p:cNvSpPr>
            <a:spLocks noChangeArrowheads="1"/>
          </p:cNvSpPr>
          <p:nvPr/>
        </p:nvSpPr>
        <p:spPr bwMode="auto">
          <a:xfrm>
            <a:off x="2286000" y="1295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0" name="Rectangle 8">
            <a:extLst>
              <a:ext uri="{FF2B5EF4-FFF2-40B4-BE49-F238E27FC236}">
                <a16:creationId xmlns:a16="http://schemas.microsoft.com/office/drawing/2014/main" id="{877BB86C-0245-727E-69C5-802A8FC13884}"/>
              </a:ext>
            </a:extLst>
          </p:cNvPr>
          <p:cNvSpPr>
            <a:spLocks noChangeArrowheads="1"/>
          </p:cNvSpPr>
          <p:nvPr/>
        </p:nvSpPr>
        <p:spPr bwMode="auto">
          <a:xfrm>
            <a:off x="2667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1" name="Rectangle 9">
            <a:extLst>
              <a:ext uri="{FF2B5EF4-FFF2-40B4-BE49-F238E27FC236}">
                <a16:creationId xmlns:a16="http://schemas.microsoft.com/office/drawing/2014/main" id="{0D837FFA-4EEE-45EC-6C35-33FFB513DC95}"/>
              </a:ext>
            </a:extLst>
          </p:cNvPr>
          <p:cNvSpPr>
            <a:spLocks noChangeArrowheads="1"/>
          </p:cNvSpPr>
          <p:nvPr/>
        </p:nvSpPr>
        <p:spPr bwMode="auto">
          <a:xfrm>
            <a:off x="3048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2" name="Rectangle 10">
            <a:extLst>
              <a:ext uri="{FF2B5EF4-FFF2-40B4-BE49-F238E27FC236}">
                <a16:creationId xmlns:a16="http://schemas.microsoft.com/office/drawing/2014/main" id="{057ADE2F-219B-A820-062E-E8B183917CDA}"/>
              </a:ext>
            </a:extLst>
          </p:cNvPr>
          <p:cNvSpPr>
            <a:spLocks noChangeArrowheads="1"/>
          </p:cNvSpPr>
          <p:nvPr/>
        </p:nvSpPr>
        <p:spPr bwMode="auto">
          <a:xfrm>
            <a:off x="3429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3" name="Rectangle 11">
            <a:extLst>
              <a:ext uri="{FF2B5EF4-FFF2-40B4-BE49-F238E27FC236}">
                <a16:creationId xmlns:a16="http://schemas.microsoft.com/office/drawing/2014/main" id="{D709612B-D957-0C62-3C7A-1189423BB719}"/>
              </a:ext>
            </a:extLst>
          </p:cNvPr>
          <p:cNvSpPr>
            <a:spLocks noChangeArrowheads="1"/>
          </p:cNvSpPr>
          <p:nvPr/>
        </p:nvSpPr>
        <p:spPr bwMode="auto">
          <a:xfrm>
            <a:off x="3810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4" name="Rectangle 12">
            <a:extLst>
              <a:ext uri="{FF2B5EF4-FFF2-40B4-BE49-F238E27FC236}">
                <a16:creationId xmlns:a16="http://schemas.microsoft.com/office/drawing/2014/main" id="{4A5113DC-B80A-5543-064C-349092EB020B}"/>
              </a:ext>
            </a:extLst>
          </p:cNvPr>
          <p:cNvSpPr>
            <a:spLocks noChangeArrowheads="1"/>
          </p:cNvSpPr>
          <p:nvPr/>
        </p:nvSpPr>
        <p:spPr bwMode="auto">
          <a:xfrm>
            <a:off x="4191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5" name="Rectangle 13">
            <a:extLst>
              <a:ext uri="{FF2B5EF4-FFF2-40B4-BE49-F238E27FC236}">
                <a16:creationId xmlns:a16="http://schemas.microsoft.com/office/drawing/2014/main" id="{5E00C47E-A84D-A3F2-498A-E18EF15D7623}"/>
              </a:ext>
            </a:extLst>
          </p:cNvPr>
          <p:cNvSpPr>
            <a:spLocks noChangeArrowheads="1"/>
          </p:cNvSpPr>
          <p:nvPr/>
        </p:nvSpPr>
        <p:spPr bwMode="auto">
          <a:xfrm>
            <a:off x="4572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6" name="Rectangle 14">
            <a:extLst>
              <a:ext uri="{FF2B5EF4-FFF2-40B4-BE49-F238E27FC236}">
                <a16:creationId xmlns:a16="http://schemas.microsoft.com/office/drawing/2014/main" id="{7A26F95A-64DF-F2BD-3791-46FB6950771B}"/>
              </a:ext>
            </a:extLst>
          </p:cNvPr>
          <p:cNvSpPr>
            <a:spLocks noChangeArrowheads="1"/>
          </p:cNvSpPr>
          <p:nvPr/>
        </p:nvSpPr>
        <p:spPr bwMode="auto">
          <a:xfrm>
            <a:off x="4953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7" name="Rectangle 15">
            <a:extLst>
              <a:ext uri="{FF2B5EF4-FFF2-40B4-BE49-F238E27FC236}">
                <a16:creationId xmlns:a16="http://schemas.microsoft.com/office/drawing/2014/main" id="{C1875B24-3D13-36ED-258C-D68B32F8F8F3}"/>
              </a:ext>
            </a:extLst>
          </p:cNvPr>
          <p:cNvSpPr>
            <a:spLocks noChangeArrowheads="1"/>
          </p:cNvSpPr>
          <p:nvPr/>
        </p:nvSpPr>
        <p:spPr bwMode="auto">
          <a:xfrm>
            <a:off x="5334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8" name="Rectangle 16">
            <a:extLst>
              <a:ext uri="{FF2B5EF4-FFF2-40B4-BE49-F238E27FC236}">
                <a16:creationId xmlns:a16="http://schemas.microsoft.com/office/drawing/2014/main" id="{AF918259-AD59-81B5-0299-35FB25A3BDE2}"/>
              </a:ext>
            </a:extLst>
          </p:cNvPr>
          <p:cNvSpPr>
            <a:spLocks noChangeArrowheads="1"/>
          </p:cNvSpPr>
          <p:nvPr/>
        </p:nvSpPr>
        <p:spPr bwMode="auto">
          <a:xfrm>
            <a:off x="5715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9" name="Rectangle 17">
            <a:extLst>
              <a:ext uri="{FF2B5EF4-FFF2-40B4-BE49-F238E27FC236}">
                <a16:creationId xmlns:a16="http://schemas.microsoft.com/office/drawing/2014/main" id="{6C4C4893-0AFB-9884-DAA2-F115DBBAB529}"/>
              </a:ext>
            </a:extLst>
          </p:cNvPr>
          <p:cNvSpPr>
            <a:spLocks noChangeArrowheads="1"/>
          </p:cNvSpPr>
          <p:nvPr/>
        </p:nvSpPr>
        <p:spPr bwMode="auto">
          <a:xfrm>
            <a:off x="6096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50" name="Rectangle 18">
            <a:extLst>
              <a:ext uri="{FF2B5EF4-FFF2-40B4-BE49-F238E27FC236}">
                <a16:creationId xmlns:a16="http://schemas.microsoft.com/office/drawing/2014/main" id="{BD973CC2-A13A-3BAF-1759-1E453DC87D29}"/>
              </a:ext>
            </a:extLst>
          </p:cNvPr>
          <p:cNvSpPr>
            <a:spLocks noChangeArrowheads="1"/>
          </p:cNvSpPr>
          <p:nvPr/>
        </p:nvSpPr>
        <p:spPr bwMode="auto">
          <a:xfrm>
            <a:off x="6477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51" name="Rectangle 19">
            <a:extLst>
              <a:ext uri="{FF2B5EF4-FFF2-40B4-BE49-F238E27FC236}">
                <a16:creationId xmlns:a16="http://schemas.microsoft.com/office/drawing/2014/main" id="{3723880C-6B58-6E71-492F-CB3334731B6E}"/>
              </a:ext>
            </a:extLst>
          </p:cNvPr>
          <p:cNvSpPr>
            <a:spLocks noChangeArrowheads="1"/>
          </p:cNvSpPr>
          <p:nvPr/>
        </p:nvSpPr>
        <p:spPr bwMode="auto">
          <a:xfrm>
            <a:off x="6858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52" name="Text Box 20">
            <a:extLst>
              <a:ext uri="{FF2B5EF4-FFF2-40B4-BE49-F238E27FC236}">
                <a16:creationId xmlns:a16="http://schemas.microsoft.com/office/drawing/2014/main" id="{FEA095DE-5E0E-8FB1-5382-EA2007A40FA5}"/>
              </a:ext>
            </a:extLst>
          </p:cNvPr>
          <p:cNvSpPr txBox="1">
            <a:spLocks noChangeArrowheads="1"/>
          </p:cNvSpPr>
          <p:nvPr/>
        </p:nvSpPr>
        <p:spPr bwMode="auto">
          <a:xfrm>
            <a:off x="6934200" y="838200"/>
            <a:ext cx="22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0</a:t>
            </a:r>
          </a:p>
        </p:txBody>
      </p:sp>
      <p:sp>
        <p:nvSpPr>
          <p:cNvPr id="44053" name="Text Box 21">
            <a:extLst>
              <a:ext uri="{FF2B5EF4-FFF2-40B4-BE49-F238E27FC236}">
                <a16:creationId xmlns:a16="http://schemas.microsoft.com/office/drawing/2014/main" id="{022503AB-8EF4-A858-C6D9-8F015539C00F}"/>
              </a:ext>
            </a:extLst>
          </p:cNvPr>
          <p:cNvSpPr txBox="1">
            <a:spLocks noChangeArrowheads="1"/>
          </p:cNvSpPr>
          <p:nvPr/>
        </p:nvSpPr>
        <p:spPr bwMode="auto">
          <a:xfrm>
            <a:off x="990600" y="914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15</a:t>
            </a:r>
          </a:p>
        </p:txBody>
      </p:sp>
      <p:sp>
        <p:nvSpPr>
          <p:cNvPr id="44054" name="Text Box 22">
            <a:extLst>
              <a:ext uri="{FF2B5EF4-FFF2-40B4-BE49-F238E27FC236}">
                <a16:creationId xmlns:a16="http://schemas.microsoft.com/office/drawing/2014/main" id="{CD5A12E5-BFAB-06E1-048C-9B829AAD95F2}"/>
              </a:ext>
            </a:extLst>
          </p:cNvPr>
          <p:cNvSpPr txBox="1">
            <a:spLocks noChangeArrowheads="1"/>
          </p:cNvSpPr>
          <p:nvPr/>
        </p:nvSpPr>
        <p:spPr bwMode="auto">
          <a:xfrm>
            <a:off x="2209800" y="914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12</a:t>
            </a:r>
          </a:p>
        </p:txBody>
      </p:sp>
      <p:sp>
        <p:nvSpPr>
          <p:cNvPr id="44055" name="Text Box 23">
            <a:extLst>
              <a:ext uri="{FF2B5EF4-FFF2-40B4-BE49-F238E27FC236}">
                <a16:creationId xmlns:a16="http://schemas.microsoft.com/office/drawing/2014/main" id="{FB081A3F-3163-0D85-FA43-E3DCB4E72A30}"/>
              </a:ext>
            </a:extLst>
          </p:cNvPr>
          <p:cNvSpPr txBox="1">
            <a:spLocks noChangeArrowheads="1"/>
          </p:cNvSpPr>
          <p:nvPr/>
        </p:nvSpPr>
        <p:spPr bwMode="auto">
          <a:xfrm>
            <a:off x="2667000" y="914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11</a:t>
            </a:r>
          </a:p>
        </p:txBody>
      </p:sp>
      <p:grpSp>
        <p:nvGrpSpPr>
          <p:cNvPr id="44056" name="Group 24">
            <a:extLst>
              <a:ext uri="{FF2B5EF4-FFF2-40B4-BE49-F238E27FC236}">
                <a16:creationId xmlns:a16="http://schemas.microsoft.com/office/drawing/2014/main" id="{731494FD-3510-7880-3738-7DBD6F04CF5D}"/>
              </a:ext>
            </a:extLst>
          </p:cNvPr>
          <p:cNvGrpSpPr>
            <a:grpSpLocks/>
          </p:cNvGrpSpPr>
          <p:nvPr/>
        </p:nvGrpSpPr>
        <p:grpSpPr bwMode="auto">
          <a:xfrm>
            <a:off x="1600200" y="2133600"/>
            <a:ext cx="2971800" cy="838200"/>
            <a:chOff x="1104" y="1344"/>
            <a:chExt cx="960" cy="192"/>
          </a:xfrm>
        </p:grpSpPr>
        <p:sp>
          <p:nvSpPr>
            <p:cNvPr id="44063" name="Rectangle 25">
              <a:extLst>
                <a:ext uri="{FF2B5EF4-FFF2-40B4-BE49-F238E27FC236}">
                  <a16:creationId xmlns:a16="http://schemas.microsoft.com/office/drawing/2014/main" id="{7038595B-1F6B-D16C-BBA2-F0308B16663B}"/>
                </a:ext>
              </a:extLst>
            </p:cNvPr>
            <p:cNvSpPr>
              <a:spLocks noChangeArrowheads="1"/>
            </p:cNvSpPr>
            <p:nvPr/>
          </p:nvSpPr>
          <p:spPr bwMode="auto">
            <a:xfrm>
              <a:off x="1104" y="1344"/>
              <a:ext cx="240" cy="192"/>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64" name="Rectangle 26">
              <a:extLst>
                <a:ext uri="{FF2B5EF4-FFF2-40B4-BE49-F238E27FC236}">
                  <a16:creationId xmlns:a16="http://schemas.microsoft.com/office/drawing/2014/main" id="{971A2074-D487-E5D9-F732-45CC0B8E34FD}"/>
                </a:ext>
              </a:extLst>
            </p:cNvPr>
            <p:cNvSpPr>
              <a:spLocks noChangeArrowheads="1"/>
            </p:cNvSpPr>
            <p:nvPr/>
          </p:nvSpPr>
          <p:spPr bwMode="auto">
            <a:xfrm>
              <a:off x="1344" y="1344"/>
              <a:ext cx="240" cy="192"/>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65" name="Rectangle 27">
              <a:extLst>
                <a:ext uri="{FF2B5EF4-FFF2-40B4-BE49-F238E27FC236}">
                  <a16:creationId xmlns:a16="http://schemas.microsoft.com/office/drawing/2014/main" id="{DE93A709-7380-9B8B-7212-023EE74D717A}"/>
                </a:ext>
              </a:extLst>
            </p:cNvPr>
            <p:cNvSpPr>
              <a:spLocks noChangeArrowheads="1"/>
            </p:cNvSpPr>
            <p:nvPr/>
          </p:nvSpPr>
          <p:spPr bwMode="auto">
            <a:xfrm>
              <a:off x="1584" y="1344"/>
              <a:ext cx="240" cy="192"/>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66" name="Rectangle 28">
              <a:extLst>
                <a:ext uri="{FF2B5EF4-FFF2-40B4-BE49-F238E27FC236}">
                  <a16:creationId xmlns:a16="http://schemas.microsoft.com/office/drawing/2014/main" id="{DAE66E00-FBC3-05D2-D565-FF517FFC11D1}"/>
                </a:ext>
              </a:extLst>
            </p:cNvPr>
            <p:cNvSpPr>
              <a:spLocks noChangeArrowheads="1"/>
            </p:cNvSpPr>
            <p:nvPr/>
          </p:nvSpPr>
          <p:spPr bwMode="auto">
            <a:xfrm>
              <a:off x="1824" y="1344"/>
              <a:ext cx="240" cy="192"/>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grpSp>
      <p:sp>
        <p:nvSpPr>
          <p:cNvPr id="44057" name="Line 29">
            <a:extLst>
              <a:ext uri="{FF2B5EF4-FFF2-40B4-BE49-F238E27FC236}">
                <a16:creationId xmlns:a16="http://schemas.microsoft.com/office/drawing/2014/main" id="{18C3CFDB-CD2B-5266-F0FC-DE26B80328A4}"/>
              </a:ext>
            </a:extLst>
          </p:cNvPr>
          <p:cNvSpPr>
            <a:spLocks noChangeShapeType="1"/>
          </p:cNvSpPr>
          <p:nvPr/>
        </p:nvSpPr>
        <p:spPr bwMode="auto">
          <a:xfrm>
            <a:off x="1143000" y="1676400"/>
            <a:ext cx="3810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8" name="Line 30">
            <a:extLst>
              <a:ext uri="{FF2B5EF4-FFF2-40B4-BE49-F238E27FC236}">
                <a16:creationId xmlns:a16="http://schemas.microsoft.com/office/drawing/2014/main" id="{C6FFF1B0-9FDB-86B2-EBD1-E18DEDE86D9F}"/>
              </a:ext>
            </a:extLst>
          </p:cNvPr>
          <p:cNvSpPr>
            <a:spLocks noChangeShapeType="1"/>
          </p:cNvSpPr>
          <p:nvPr/>
        </p:nvSpPr>
        <p:spPr bwMode="auto">
          <a:xfrm>
            <a:off x="2743200" y="1676400"/>
            <a:ext cx="1600200" cy="304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9" name="Text Box 31">
            <a:extLst>
              <a:ext uri="{FF2B5EF4-FFF2-40B4-BE49-F238E27FC236}">
                <a16:creationId xmlns:a16="http://schemas.microsoft.com/office/drawing/2014/main" id="{24A9B881-3BD3-54FF-AD20-105DD48BC4EA}"/>
              </a:ext>
            </a:extLst>
          </p:cNvPr>
          <p:cNvSpPr txBox="1">
            <a:spLocks noChangeArrowheads="1"/>
          </p:cNvSpPr>
          <p:nvPr/>
        </p:nvSpPr>
        <p:spPr bwMode="auto">
          <a:xfrm>
            <a:off x="1889125" y="2276475"/>
            <a:ext cx="3032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800">
                <a:latin typeface="Times New Roman" panose="02020603050405020304" pitchFamily="18" charset="0"/>
              </a:rPr>
              <a:t>I</a:t>
            </a:r>
          </a:p>
        </p:txBody>
      </p:sp>
      <p:sp>
        <p:nvSpPr>
          <p:cNvPr id="44060" name="Text Box 32">
            <a:extLst>
              <a:ext uri="{FF2B5EF4-FFF2-40B4-BE49-F238E27FC236}">
                <a16:creationId xmlns:a16="http://schemas.microsoft.com/office/drawing/2014/main" id="{6E27F497-0EE5-5E59-D869-508091693791}"/>
              </a:ext>
            </a:extLst>
          </p:cNvPr>
          <p:cNvSpPr txBox="1">
            <a:spLocks noChangeArrowheads="1"/>
          </p:cNvSpPr>
          <p:nvPr/>
        </p:nvSpPr>
        <p:spPr bwMode="auto">
          <a:xfrm>
            <a:off x="4648200" y="2057400"/>
            <a:ext cx="4343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a:latin typeface="Times New Roman" panose="02020603050405020304" pitchFamily="18" charset="0"/>
              </a:rPr>
              <a:t>Any bits other than 0111 and 1111 are called memory reference instructions</a:t>
            </a:r>
          </a:p>
        </p:txBody>
      </p:sp>
      <p:sp>
        <p:nvSpPr>
          <p:cNvPr id="44061" name="Oval 33">
            <a:extLst>
              <a:ext uri="{FF2B5EF4-FFF2-40B4-BE49-F238E27FC236}">
                <a16:creationId xmlns:a16="http://schemas.microsoft.com/office/drawing/2014/main" id="{1B323FBB-64E2-8449-451C-33AC5AE4F87A}"/>
              </a:ext>
            </a:extLst>
          </p:cNvPr>
          <p:cNvSpPr>
            <a:spLocks noChangeArrowheads="1"/>
          </p:cNvSpPr>
          <p:nvPr/>
        </p:nvSpPr>
        <p:spPr bwMode="auto">
          <a:xfrm>
            <a:off x="2362200" y="2209800"/>
            <a:ext cx="2209800" cy="685800"/>
          </a:xfrm>
          <a:prstGeom prst="ellipse">
            <a:avLst/>
          </a:prstGeom>
          <a:solidFill>
            <a:schemeClr val="accent1">
              <a:alpha val="27058"/>
            </a:schemeClr>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62" name="Line 34">
            <a:extLst>
              <a:ext uri="{FF2B5EF4-FFF2-40B4-BE49-F238E27FC236}">
                <a16:creationId xmlns:a16="http://schemas.microsoft.com/office/drawing/2014/main" id="{FEEF3858-3D85-2CCD-6CCE-0DFE6AA2EB38}"/>
              </a:ext>
            </a:extLst>
          </p:cNvPr>
          <p:cNvSpPr>
            <a:spLocks noChangeShapeType="1"/>
          </p:cNvSpPr>
          <p:nvPr/>
        </p:nvSpPr>
        <p:spPr bwMode="auto">
          <a:xfrm flipH="1">
            <a:off x="4038600" y="2286000"/>
            <a:ext cx="6858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47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2" name="Object 22">
            <a:extLst>
              <a:ext uri="{FF2B5EF4-FFF2-40B4-BE49-F238E27FC236}">
                <a16:creationId xmlns:a16="http://schemas.microsoft.com/office/drawing/2014/main" id="{05B7E154-7AD0-1CE4-9DAC-A39548FEDF3B}"/>
              </a:ext>
            </a:extLst>
          </p:cNvPr>
          <p:cNvGraphicFramePr>
            <a:graphicFrameLocks noChangeAspect="1"/>
          </p:cNvGraphicFramePr>
          <p:nvPr/>
        </p:nvGraphicFramePr>
        <p:xfrm>
          <a:off x="2133600" y="0"/>
          <a:ext cx="5181600" cy="6858000"/>
        </p:xfrm>
        <a:graphic>
          <a:graphicData uri="http://schemas.openxmlformats.org/presentationml/2006/ole">
            <mc:AlternateContent xmlns:mc="http://schemas.openxmlformats.org/markup-compatibility/2006">
              <mc:Choice xmlns:v="urn:schemas-microsoft-com:vml" Requires="v">
                <p:oleObj name="워크시트" r:id="rId2" imgW="4496048" imgH="4945798" progId="Excel.Sheet.8">
                  <p:embed/>
                </p:oleObj>
              </mc:Choice>
              <mc:Fallback>
                <p:oleObj name="워크시트" r:id="rId2" imgW="4496048" imgH="4945798" progId="Excel.Sheet.8">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0"/>
                        <a:ext cx="51816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477CD5C-BB9E-1529-FDF4-0C752619718E}"/>
              </a:ext>
            </a:extLst>
          </p:cNvPr>
          <p:cNvSpPr>
            <a:spLocks noGrp="1" noChangeArrowheads="1"/>
          </p:cNvSpPr>
          <p:nvPr>
            <p:ph type="body" idx="4294967295"/>
          </p:nvPr>
        </p:nvSpPr>
        <p:spPr>
          <a:xfrm>
            <a:off x="0" y="685800"/>
            <a:ext cx="8305800" cy="5791200"/>
          </a:xfrm>
        </p:spPr>
        <p:txBody>
          <a:bodyPr/>
          <a:lstStyle/>
          <a:p>
            <a:pPr marL="117475" indent="-117475" eaLnBrk="1" hangingPunct="1"/>
            <a:r>
              <a:rPr lang="ko-KR" altLang="en-US" sz="2000">
                <a:ea typeface="굴림" panose="020B0600000101010101" pitchFamily="34" charset="-127"/>
              </a:rPr>
              <a:t> </a:t>
            </a:r>
            <a:endParaRPr lang="en-US" altLang="ko-KR" sz="2000">
              <a:ea typeface="굴림" panose="020B0600000101010101" pitchFamily="34" charset="-127"/>
            </a:endParaRPr>
          </a:p>
          <a:p>
            <a:pPr marL="457200" lvl="1" indent="-225425" eaLnBrk="1" hangingPunct="1"/>
            <a:r>
              <a:rPr lang="en-US" altLang="ko-KR" sz="2000">
                <a:ea typeface="굴림" panose="020B0600000101010101" pitchFamily="34" charset="-127"/>
              </a:rPr>
              <a:t>3 Instruction Code Formats : </a:t>
            </a:r>
            <a:r>
              <a:rPr lang="en-US" altLang="ko-KR" sz="2000" b="1" i="1">
                <a:solidFill>
                  <a:srgbClr val="660066"/>
                </a:solidFill>
                <a:ea typeface="굴림" panose="020B0600000101010101" pitchFamily="34" charset="-127"/>
              </a:rPr>
              <a:t>Fig. 5-5</a:t>
            </a:r>
            <a:endParaRPr lang="en-US" altLang="ko-KR" sz="2000">
              <a:ea typeface="굴림" panose="020B0600000101010101" pitchFamily="34" charset="-127"/>
            </a:endParaRPr>
          </a:p>
          <a:p>
            <a:pPr marL="692150" lvl="2" indent="-120650" eaLnBrk="1" hangingPunct="1"/>
            <a:r>
              <a:rPr lang="en-US" altLang="ko-KR" sz="2000" b="1">
                <a:ea typeface="굴림" panose="020B0600000101010101" pitchFamily="34" charset="-127"/>
              </a:rPr>
              <a:t>Memory-reference instruction</a:t>
            </a:r>
          </a:p>
          <a:p>
            <a:pPr marL="912813" lvl="3" indent="-106363" eaLnBrk="1" hangingPunct="1"/>
            <a:r>
              <a:rPr lang="en-US" altLang="ko-KR">
                <a:ea typeface="굴림" panose="020B0600000101010101" pitchFamily="34" charset="-127"/>
              </a:rPr>
              <a:t>Opcode = 000 </a:t>
            </a:r>
            <a:r>
              <a:rPr lang="en-US" altLang="ko-KR">
                <a:ea typeface="굴림" panose="020B0600000101010101" pitchFamily="34" charset="-127"/>
                <a:sym typeface="Symbol" panose="05050102010706020507" pitchFamily="18" charset="2"/>
              </a:rPr>
              <a:t> </a:t>
            </a:r>
            <a:r>
              <a:rPr lang="en-US" altLang="ko-KR">
                <a:ea typeface="굴림" panose="020B0600000101010101" pitchFamily="34" charset="-127"/>
              </a:rPr>
              <a:t>110</a:t>
            </a:r>
          </a:p>
          <a:p>
            <a:pPr marL="1147763" lvl="4" indent="-120650" eaLnBrk="1" hangingPunct="1"/>
            <a:r>
              <a:rPr lang="en-US" altLang="ko-KR">
                <a:ea typeface="굴림" panose="020B0600000101010101" pitchFamily="34" charset="-127"/>
              </a:rPr>
              <a:t>I=0 : 0xxx ~ 6xxx, I=1: 8xxx ~Exxx </a:t>
            </a:r>
          </a:p>
          <a:p>
            <a:pPr marL="1147763" lvl="4" indent="-120650" eaLnBrk="1" hangingPunct="1"/>
            <a:endParaRPr lang="en-US" altLang="ko-KR">
              <a:ea typeface="굴림" panose="020B0600000101010101" pitchFamily="34" charset="-127"/>
            </a:endParaRPr>
          </a:p>
          <a:p>
            <a:pPr marL="1147763" lvl="4" indent="-120650" eaLnBrk="1" hangingPunct="1"/>
            <a:endParaRPr lang="en-US" altLang="ko-KR">
              <a:ea typeface="굴림" panose="020B0600000101010101" pitchFamily="34" charset="-127"/>
            </a:endParaRPr>
          </a:p>
          <a:p>
            <a:pPr marL="1147763" lvl="4" indent="-120650" eaLnBrk="1" hangingPunct="1"/>
            <a:r>
              <a:rPr lang="en-US" altLang="ko-KR" sz="1800" b="1">
                <a:ea typeface="굴림" panose="020B0600000101010101" pitchFamily="34" charset="-127"/>
              </a:rPr>
              <a:t>Register-reference instruction</a:t>
            </a:r>
          </a:p>
          <a:p>
            <a:pPr marL="912813" lvl="3" indent="-106363" eaLnBrk="1" hangingPunct="1"/>
            <a:r>
              <a:rPr lang="en-US" altLang="ko-KR">
                <a:ea typeface="굴림" panose="020B0600000101010101" pitchFamily="34" charset="-127"/>
              </a:rPr>
              <a:t>7xxx (7800 ~  7001) : CLA, CMA,</a:t>
            </a:r>
          </a:p>
          <a:p>
            <a:pPr marL="912813" lvl="3" indent="-106363" eaLnBrk="1" hangingPunct="1"/>
            <a:endParaRPr lang="en-US" altLang="ko-KR">
              <a:ea typeface="굴림" panose="020B0600000101010101" pitchFamily="34" charset="-127"/>
            </a:endParaRPr>
          </a:p>
          <a:p>
            <a:pPr marL="912813" lvl="3" indent="-106363" eaLnBrk="1" hangingPunct="1"/>
            <a:endParaRPr lang="en-US" altLang="ko-KR">
              <a:ea typeface="굴림" panose="020B0600000101010101" pitchFamily="34" charset="-127"/>
            </a:endParaRPr>
          </a:p>
          <a:p>
            <a:pPr marL="912813" lvl="3" indent="-106363" eaLnBrk="1" hangingPunct="1"/>
            <a:r>
              <a:rPr lang="en-US" altLang="ko-KR" b="1">
                <a:ea typeface="굴림" panose="020B0600000101010101" pitchFamily="34" charset="-127"/>
              </a:rPr>
              <a:t>Input-Output instruction</a:t>
            </a:r>
          </a:p>
          <a:p>
            <a:pPr marL="912813" lvl="3" indent="-106363" eaLnBrk="1" hangingPunct="1"/>
            <a:r>
              <a:rPr lang="en-US" altLang="ko-KR">
                <a:ea typeface="굴림" panose="020B0600000101010101" pitchFamily="34" charset="-127"/>
              </a:rPr>
              <a:t>Fxxx(F800 ~  F040) : INP, OUT, ION, SKI,</a:t>
            </a:r>
          </a:p>
        </p:txBody>
      </p:sp>
      <p:grpSp>
        <p:nvGrpSpPr>
          <p:cNvPr id="47107" name="Group 3">
            <a:extLst>
              <a:ext uri="{FF2B5EF4-FFF2-40B4-BE49-F238E27FC236}">
                <a16:creationId xmlns:a16="http://schemas.microsoft.com/office/drawing/2014/main" id="{2C27518C-7E81-34F8-D463-2360BB3BCF05}"/>
              </a:ext>
            </a:extLst>
          </p:cNvPr>
          <p:cNvGrpSpPr>
            <a:grpSpLocks/>
          </p:cNvGrpSpPr>
          <p:nvPr/>
        </p:nvGrpSpPr>
        <p:grpSpPr bwMode="auto">
          <a:xfrm>
            <a:off x="1295400" y="2514600"/>
            <a:ext cx="3276600" cy="533400"/>
            <a:chOff x="768" y="1392"/>
            <a:chExt cx="2064" cy="336"/>
          </a:xfrm>
        </p:grpSpPr>
        <p:sp>
          <p:nvSpPr>
            <p:cNvPr id="47129" name="Rectangle 4">
              <a:extLst>
                <a:ext uri="{FF2B5EF4-FFF2-40B4-BE49-F238E27FC236}">
                  <a16:creationId xmlns:a16="http://schemas.microsoft.com/office/drawing/2014/main" id="{5B3FF4D1-A88A-3835-6AB3-788DF37BE278}"/>
                </a:ext>
              </a:extLst>
            </p:cNvPr>
            <p:cNvSpPr>
              <a:spLocks noChangeArrowheads="1"/>
            </p:cNvSpPr>
            <p:nvPr/>
          </p:nvSpPr>
          <p:spPr bwMode="auto">
            <a:xfrm>
              <a:off x="816" y="1536"/>
              <a:ext cx="1632" cy="192"/>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7130" name="Text Box 5">
              <a:extLst>
                <a:ext uri="{FF2B5EF4-FFF2-40B4-BE49-F238E27FC236}">
                  <a16:creationId xmlns:a16="http://schemas.microsoft.com/office/drawing/2014/main" id="{02C0EDF9-FA11-ACAD-7614-6D370BFF3758}"/>
                </a:ext>
              </a:extLst>
            </p:cNvPr>
            <p:cNvSpPr txBox="1">
              <a:spLocks noChangeArrowheads="1"/>
            </p:cNvSpPr>
            <p:nvPr/>
          </p:nvSpPr>
          <p:spPr bwMode="auto">
            <a:xfrm>
              <a:off x="816" y="1555"/>
              <a:ext cx="20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en-US" altLang="ko-KR" sz="1200">
                  <a:latin typeface="Times New Roman" panose="02020603050405020304" pitchFamily="18" charset="0"/>
                  <a:ea typeface="굴림" panose="020B0600000101010101" pitchFamily="34" charset="-127"/>
                </a:rPr>
                <a:t>I    Opcode                 Address</a:t>
              </a:r>
            </a:p>
          </p:txBody>
        </p:sp>
        <p:sp>
          <p:nvSpPr>
            <p:cNvPr id="47131" name="Text Box 6">
              <a:extLst>
                <a:ext uri="{FF2B5EF4-FFF2-40B4-BE49-F238E27FC236}">
                  <a16:creationId xmlns:a16="http://schemas.microsoft.com/office/drawing/2014/main" id="{3443593B-2084-884A-9779-5C6568CA7DDD}"/>
                </a:ext>
              </a:extLst>
            </p:cNvPr>
            <p:cNvSpPr txBox="1">
              <a:spLocks noChangeArrowheads="1"/>
            </p:cNvSpPr>
            <p:nvPr/>
          </p:nvSpPr>
          <p:spPr bwMode="auto">
            <a:xfrm>
              <a:off x="768" y="1392"/>
              <a:ext cx="20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000" b="1">
                  <a:solidFill>
                    <a:srgbClr val="A50021"/>
                  </a:solidFill>
                  <a:latin typeface="Times New Roman" panose="02020603050405020304" pitchFamily="18" charset="0"/>
                  <a:ea typeface="굴림" panose="020B0600000101010101" pitchFamily="34" charset="-127"/>
                </a:rPr>
                <a:t> 15  14           12    11                                            0</a:t>
              </a:r>
            </a:p>
          </p:txBody>
        </p:sp>
        <p:sp>
          <p:nvSpPr>
            <p:cNvPr id="47132" name="Line 7">
              <a:extLst>
                <a:ext uri="{FF2B5EF4-FFF2-40B4-BE49-F238E27FC236}">
                  <a16:creationId xmlns:a16="http://schemas.microsoft.com/office/drawing/2014/main" id="{C7B58FED-14D5-6A6A-562E-1B6A482CDA36}"/>
                </a:ext>
              </a:extLst>
            </p:cNvPr>
            <p:cNvSpPr>
              <a:spLocks noChangeShapeType="1"/>
            </p:cNvSpPr>
            <p:nvPr/>
          </p:nvSpPr>
          <p:spPr bwMode="auto">
            <a:xfrm>
              <a:off x="1392"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33" name="Line 8">
              <a:extLst>
                <a:ext uri="{FF2B5EF4-FFF2-40B4-BE49-F238E27FC236}">
                  <a16:creationId xmlns:a16="http://schemas.microsoft.com/office/drawing/2014/main" id="{1DF78EFE-6408-6AB6-F2F5-D1369DCE95AB}"/>
                </a:ext>
              </a:extLst>
            </p:cNvPr>
            <p:cNvSpPr>
              <a:spLocks noChangeShapeType="1"/>
            </p:cNvSpPr>
            <p:nvPr/>
          </p:nvSpPr>
          <p:spPr bwMode="auto">
            <a:xfrm>
              <a:off x="960"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7108" name="AutoShape 9">
            <a:extLst>
              <a:ext uri="{FF2B5EF4-FFF2-40B4-BE49-F238E27FC236}">
                <a16:creationId xmlns:a16="http://schemas.microsoft.com/office/drawing/2014/main" id="{2F24BA85-1516-8E43-372A-F8694E3E6559}"/>
              </a:ext>
            </a:extLst>
          </p:cNvPr>
          <p:cNvSpPr>
            <a:spLocks noChangeArrowheads="1"/>
          </p:cNvSpPr>
          <p:nvPr/>
        </p:nvSpPr>
        <p:spPr bwMode="auto">
          <a:xfrm>
            <a:off x="76200" y="2438400"/>
            <a:ext cx="1143000" cy="457200"/>
          </a:xfrm>
          <a:prstGeom prst="wedgeRoundRectCallout">
            <a:avLst>
              <a:gd name="adj1" fmla="val 66389"/>
              <a:gd name="adj2" fmla="val 30208"/>
              <a:gd name="adj3" fmla="val 16667"/>
            </a:avLst>
          </a:prstGeom>
          <a:solidFill>
            <a:srgbClr val="00FFFF"/>
          </a:solidFill>
          <a:ln w="12700">
            <a:solidFill>
              <a:srgbClr val="FF66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latinLnBrk="1" hangingPunct="1">
              <a:spcBef>
                <a:spcPct val="0"/>
              </a:spcBef>
              <a:buFontTx/>
              <a:buNone/>
            </a:pPr>
            <a:r>
              <a:rPr lang="en-US" altLang="ko-KR" sz="1400">
                <a:solidFill>
                  <a:srgbClr val="A50021"/>
                </a:solidFill>
                <a:latin typeface="Times New Roman" panose="02020603050405020304" pitchFamily="18" charset="0"/>
                <a:ea typeface="굴림" panose="020B0600000101010101" pitchFamily="34" charset="-127"/>
              </a:rPr>
              <a:t>I=0 : Direct, </a:t>
            </a:r>
          </a:p>
          <a:p>
            <a:pPr algn="ctr" eaLnBrk="1" latinLnBrk="1" hangingPunct="1">
              <a:spcBef>
                <a:spcPct val="0"/>
              </a:spcBef>
              <a:buFontTx/>
              <a:buNone/>
            </a:pPr>
            <a:r>
              <a:rPr lang="en-US" altLang="ko-KR" sz="1400">
                <a:solidFill>
                  <a:srgbClr val="A50021"/>
                </a:solidFill>
                <a:latin typeface="Times New Roman" panose="02020603050405020304" pitchFamily="18" charset="0"/>
                <a:ea typeface="굴림" panose="020B0600000101010101" pitchFamily="34" charset="-127"/>
              </a:rPr>
              <a:t> I=1 : Indirect</a:t>
            </a:r>
            <a:endParaRPr lang="en-US" altLang="ko-KR" sz="1400">
              <a:latin typeface="Times New Roman" panose="02020603050405020304" pitchFamily="18" charset="0"/>
              <a:ea typeface="굴림" panose="020B0600000101010101" pitchFamily="34" charset="-127"/>
            </a:endParaRPr>
          </a:p>
        </p:txBody>
      </p:sp>
      <p:grpSp>
        <p:nvGrpSpPr>
          <p:cNvPr id="47109" name="Group 10">
            <a:extLst>
              <a:ext uri="{FF2B5EF4-FFF2-40B4-BE49-F238E27FC236}">
                <a16:creationId xmlns:a16="http://schemas.microsoft.com/office/drawing/2014/main" id="{56C8AFC9-4ACF-339E-71B9-220C655AAFB9}"/>
              </a:ext>
            </a:extLst>
          </p:cNvPr>
          <p:cNvGrpSpPr>
            <a:grpSpLocks/>
          </p:cNvGrpSpPr>
          <p:nvPr/>
        </p:nvGrpSpPr>
        <p:grpSpPr bwMode="auto">
          <a:xfrm>
            <a:off x="1295400" y="3962400"/>
            <a:ext cx="3276600" cy="533400"/>
            <a:chOff x="768" y="1392"/>
            <a:chExt cx="2064" cy="336"/>
          </a:xfrm>
        </p:grpSpPr>
        <p:sp>
          <p:nvSpPr>
            <p:cNvPr id="47124" name="Rectangle 11">
              <a:extLst>
                <a:ext uri="{FF2B5EF4-FFF2-40B4-BE49-F238E27FC236}">
                  <a16:creationId xmlns:a16="http://schemas.microsoft.com/office/drawing/2014/main" id="{E691648B-584D-009C-E88C-48F537BCADF7}"/>
                </a:ext>
              </a:extLst>
            </p:cNvPr>
            <p:cNvSpPr>
              <a:spLocks noChangeArrowheads="1"/>
            </p:cNvSpPr>
            <p:nvPr/>
          </p:nvSpPr>
          <p:spPr bwMode="auto">
            <a:xfrm>
              <a:off x="816" y="1536"/>
              <a:ext cx="1632" cy="192"/>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7125" name="Text Box 12">
              <a:extLst>
                <a:ext uri="{FF2B5EF4-FFF2-40B4-BE49-F238E27FC236}">
                  <a16:creationId xmlns:a16="http://schemas.microsoft.com/office/drawing/2014/main" id="{3BCA182A-8128-B8D5-108B-1E6CA0DBFDB8}"/>
                </a:ext>
              </a:extLst>
            </p:cNvPr>
            <p:cNvSpPr txBox="1">
              <a:spLocks noChangeArrowheads="1"/>
            </p:cNvSpPr>
            <p:nvPr/>
          </p:nvSpPr>
          <p:spPr bwMode="auto">
            <a:xfrm>
              <a:off x="816" y="1555"/>
              <a:ext cx="20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200">
                  <a:latin typeface="Times New Roman" panose="02020603050405020304" pitchFamily="18" charset="0"/>
                  <a:ea typeface="굴림" panose="020B0600000101010101" pitchFamily="34" charset="-127"/>
                </a:rPr>
                <a:t>0    1    1    1         </a:t>
              </a:r>
              <a:r>
                <a:rPr kumimoji="1" lang="en-US" altLang="ko-KR" sz="1200">
                  <a:latin typeface="Times New Roman" panose="02020603050405020304" pitchFamily="18" charset="0"/>
                  <a:ea typeface="굴림" panose="020B0600000101010101" pitchFamily="34" charset="-127"/>
                </a:rPr>
                <a:t>Register Operation</a:t>
              </a:r>
            </a:p>
          </p:txBody>
        </p:sp>
        <p:sp>
          <p:nvSpPr>
            <p:cNvPr id="47126" name="Text Box 13">
              <a:extLst>
                <a:ext uri="{FF2B5EF4-FFF2-40B4-BE49-F238E27FC236}">
                  <a16:creationId xmlns:a16="http://schemas.microsoft.com/office/drawing/2014/main" id="{FAAB1145-3BAC-27EA-03B3-BDF555E484A2}"/>
                </a:ext>
              </a:extLst>
            </p:cNvPr>
            <p:cNvSpPr txBox="1">
              <a:spLocks noChangeArrowheads="1"/>
            </p:cNvSpPr>
            <p:nvPr/>
          </p:nvSpPr>
          <p:spPr bwMode="auto">
            <a:xfrm>
              <a:off x="768" y="1392"/>
              <a:ext cx="20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000" b="1">
                  <a:solidFill>
                    <a:srgbClr val="A50021"/>
                  </a:solidFill>
                  <a:latin typeface="Times New Roman" panose="02020603050405020304" pitchFamily="18" charset="0"/>
                  <a:ea typeface="굴림" panose="020B0600000101010101" pitchFamily="34" charset="-127"/>
                </a:rPr>
                <a:t> 15  14           12    11                                            0</a:t>
              </a:r>
            </a:p>
          </p:txBody>
        </p:sp>
        <p:sp>
          <p:nvSpPr>
            <p:cNvPr id="47127" name="Line 14">
              <a:extLst>
                <a:ext uri="{FF2B5EF4-FFF2-40B4-BE49-F238E27FC236}">
                  <a16:creationId xmlns:a16="http://schemas.microsoft.com/office/drawing/2014/main" id="{2625BE61-9EA7-BE02-0B74-E37539D8398B}"/>
                </a:ext>
              </a:extLst>
            </p:cNvPr>
            <p:cNvSpPr>
              <a:spLocks noChangeShapeType="1"/>
            </p:cNvSpPr>
            <p:nvPr/>
          </p:nvSpPr>
          <p:spPr bwMode="auto">
            <a:xfrm>
              <a:off x="1392"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28" name="Line 15">
              <a:extLst>
                <a:ext uri="{FF2B5EF4-FFF2-40B4-BE49-F238E27FC236}">
                  <a16:creationId xmlns:a16="http://schemas.microsoft.com/office/drawing/2014/main" id="{40D7FE27-2F6E-47B8-8147-2A10164D9260}"/>
                </a:ext>
              </a:extLst>
            </p:cNvPr>
            <p:cNvSpPr>
              <a:spLocks noChangeShapeType="1"/>
            </p:cNvSpPr>
            <p:nvPr/>
          </p:nvSpPr>
          <p:spPr bwMode="auto">
            <a:xfrm>
              <a:off x="960"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7110" name="Group 16">
            <a:extLst>
              <a:ext uri="{FF2B5EF4-FFF2-40B4-BE49-F238E27FC236}">
                <a16:creationId xmlns:a16="http://schemas.microsoft.com/office/drawing/2014/main" id="{6093BB0A-C4BD-324B-8D3B-3FB71642C9FC}"/>
              </a:ext>
            </a:extLst>
          </p:cNvPr>
          <p:cNvGrpSpPr>
            <a:grpSpLocks/>
          </p:cNvGrpSpPr>
          <p:nvPr/>
        </p:nvGrpSpPr>
        <p:grpSpPr bwMode="auto">
          <a:xfrm>
            <a:off x="1295400" y="5562600"/>
            <a:ext cx="3276600" cy="533400"/>
            <a:chOff x="768" y="1392"/>
            <a:chExt cx="2064" cy="336"/>
          </a:xfrm>
        </p:grpSpPr>
        <p:sp>
          <p:nvSpPr>
            <p:cNvPr id="47119" name="Rectangle 17">
              <a:extLst>
                <a:ext uri="{FF2B5EF4-FFF2-40B4-BE49-F238E27FC236}">
                  <a16:creationId xmlns:a16="http://schemas.microsoft.com/office/drawing/2014/main" id="{8EFC129B-908C-CC37-90BE-16E1309AF149}"/>
                </a:ext>
              </a:extLst>
            </p:cNvPr>
            <p:cNvSpPr>
              <a:spLocks noChangeArrowheads="1"/>
            </p:cNvSpPr>
            <p:nvPr/>
          </p:nvSpPr>
          <p:spPr bwMode="auto">
            <a:xfrm>
              <a:off x="816" y="1536"/>
              <a:ext cx="1632" cy="192"/>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7120" name="Text Box 18">
              <a:extLst>
                <a:ext uri="{FF2B5EF4-FFF2-40B4-BE49-F238E27FC236}">
                  <a16:creationId xmlns:a16="http://schemas.microsoft.com/office/drawing/2014/main" id="{06C7394E-88BA-6883-F9F1-9BE17A7D1FF3}"/>
                </a:ext>
              </a:extLst>
            </p:cNvPr>
            <p:cNvSpPr txBox="1">
              <a:spLocks noChangeArrowheads="1"/>
            </p:cNvSpPr>
            <p:nvPr/>
          </p:nvSpPr>
          <p:spPr bwMode="auto">
            <a:xfrm>
              <a:off x="816" y="1555"/>
              <a:ext cx="20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200">
                  <a:latin typeface="Times New Roman" panose="02020603050405020304" pitchFamily="18" charset="0"/>
                  <a:ea typeface="굴림" panose="020B0600000101010101" pitchFamily="34" charset="-127"/>
                </a:rPr>
                <a:t>1    1    1    1            </a:t>
              </a:r>
              <a:r>
                <a:rPr kumimoji="1" lang="en-US" altLang="ko-KR" sz="1200">
                  <a:latin typeface="Times New Roman" panose="02020603050405020304" pitchFamily="18" charset="0"/>
                  <a:ea typeface="굴림" panose="020B0600000101010101" pitchFamily="34" charset="-127"/>
                </a:rPr>
                <a:t>I/O  Operation</a:t>
              </a:r>
            </a:p>
          </p:txBody>
        </p:sp>
        <p:sp>
          <p:nvSpPr>
            <p:cNvPr id="47121" name="Text Box 19">
              <a:extLst>
                <a:ext uri="{FF2B5EF4-FFF2-40B4-BE49-F238E27FC236}">
                  <a16:creationId xmlns:a16="http://schemas.microsoft.com/office/drawing/2014/main" id="{F32D4D27-64D7-2841-A0B8-288D227EDBFE}"/>
                </a:ext>
              </a:extLst>
            </p:cNvPr>
            <p:cNvSpPr txBox="1">
              <a:spLocks noChangeArrowheads="1"/>
            </p:cNvSpPr>
            <p:nvPr/>
          </p:nvSpPr>
          <p:spPr bwMode="auto">
            <a:xfrm>
              <a:off x="768" y="1392"/>
              <a:ext cx="20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000" b="1">
                  <a:solidFill>
                    <a:srgbClr val="A50021"/>
                  </a:solidFill>
                  <a:latin typeface="Times New Roman" panose="02020603050405020304" pitchFamily="18" charset="0"/>
                  <a:ea typeface="굴림" panose="020B0600000101010101" pitchFamily="34" charset="-127"/>
                </a:rPr>
                <a:t> 15  14           12    11                                            0</a:t>
              </a:r>
            </a:p>
          </p:txBody>
        </p:sp>
        <p:sp>
          <p:nvSpPr>
            <p:cNvPr id="47122" name="Line 20">
              <a:extLst>
                <a:ext uri="{FF2B5EF4-FFF2-40B4-BE49-F238E27FC236}">
                  <a16:creationId xmlns:a16="http://schemas.microsoft.com/office/drawing/2014/main" id="{0C53D9B4-8A63-884F-BEB4-2753404FCA1E}"/>
                </a:ext>
              </a:extLst>
            </p:cNvPr>
            <p:cNvSpPr>
              <a:spLocks noChangeShapeType="1"/>
            </p:cNvSpPr>
            <p:nvPr/>
          </p:nvSpPr>
          <p:spPr bwMode="auto">
            <a:xfrm>
              <a:off x="1392"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23" name="Line 21">
              <a:extLst>
                <a:ext uri="{FF2B5EF4-FFF2-40B4-BE49-F238E27FC236}">
                  <a16:creationId xmlns:a16="http://schemas.microsoft.com/office/drawing/2014/main" id="{9E2DC197-9116-2EC0-9F4E-1961814874C1}"/>
                </a:ext>
              </a:extLst>
            </p:cNvPr>
            <p:cNvSpPr>
              <a:spLocks noChangeShapeType="1"/>
            </p:cNvSpPr>
            <p:nvPr/>
          </p:nvSpPr>
          <p:spPr bwMode="auto">
            <a:xfrm>
              <a:off x="960"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47111" name="Object 22">
            <a:extLst>
              <a:ext uri="{FF2B5EF4-FFF2-40B4-BE49-F238E27FC236}">
                <a16:creationId xmlns:a16="http://schemas.microsoft.com/office/drawing/2014/main" id="{7AC5BEDB-6C81-C02E-6984-78ABFC9FF352}"/>
              </a:ext>
            </a:extLst>
          </p:cNvPr>
          <p:cNvGraphicFramePr>
            <a:graphicFrameLocks noChangeAspect="1"/>
          </p:cNvGraphicFramePr>
          <p:nvPr/>
        </p:nvGraphicFramePr>
        <p:xfrm>
          <a:off x="5638800" y="1143000"/>
          <a:ext cx="3392488" cy="5105400"/>
        </p:xfrm>
        <a:graphic>
          <a:graphicData uri="http://schemas.openxmlformats.org/presentationml/2006/ole">
            <mc:AlternateContent xmlns:mc="http://schemas.openxmlformats.org/markup-compatibility/2006">
              <mc:Choice xmlns:v="urn:schemas-microsoft-com:vml" Requires="v">
                <p:oleObj name="워크시트" r:id="rId2" imgW="4496048" imgH="4945798" progId="Excel.Sheet.8">
                  <p:embed/>
                </p:oleObj>
              </mc:Choice>
              <mc:Fallback>
                <p:oleObj name="워크시트" r:id="rId2" imgW="4496048" imgH="4945798" progId="Excel.Sheet.8">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1143000"/>
                        <a:ext cx="3392488"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2" name="AutoShape 23">
            <a:extLst>
              <a:ext uri="{FF2B5EF4-FFF2-40B4-BE49-F238E27FC236}">
                <a16:creationId xmlns:a16="http://schemas.microsoft.com/office/drawing/2014/main" id="{3312AF42-D3ED-32BE-ADE1-FE2740420C52}"/>
              </a:ext>
            </a:extLst>
          </p:cNvPr>
          <p:cNvSpPr>
            <a:spLocks/>
          </p:cNvSpPr>
          <p:nvPr/>
        </p:nvSpPr>
        <p:spPr bwMode="auto">
          <a:xfrm>
            <a:off x="5410200" y="1676400"/>
            <a:ext cx="76200" cy="914400"/>
          </a:xfrm>
          <a:prstGeom prst="leftBrace">
            <a:avLst>
              <a:gd name="adj1" fmla="val 100000"/>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7113" name="AutoShape 24">
            <a:extLst>
              <a:ext uri="{FF2B5EF4-FFF2-40B4-BE49-F238E27FC236}">
                <a16:creationId xmlns:a16="http://schemas.microsoft.com/office/drawing/2014/main" id="{6D9E3F0D-8734-38DF-1113-CD29BEFFA238}"/>
              </a:ext>
            </a:extLst>
          </p:cNvPr>
          <p:cNvSpPr>
            <a:spLocks/>
          </p:cNvSpPr>
          <p:nvPr/>
        </p:nvSpPr>
        <p:spPr bwMode="auto">
          <a:xfrm>
            <a:off x="5410200" y="3048000"/>
            <a:ext cx="76200" cy="1600200"/>
          </a:xfrm>
          <a:prstGeom prst="leftBrace">
            <a:avLst>
              <a:gd name="adj1" fmla="val 175000"/>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7114" name="AutoShape 25">
            <a:extLst>
              <a:ext uri="{FF2B5EF4-FFF2-40B4-BE49-F238E27FC236}">
                <a16:creationId xmlns:a16="http://schemas.microsoft.com/office/drawing/2014/main" id="{3D55CDFD-2637-75D7-4173-2C2D08E25675}"/>
              </a:ext>
            </a:extLst>
          </p:cNvPr>
          <p:cNvSpPr>
            <a:spLocks/>
          </p:cNvSpPr>
          <p:nvPr/>
        </p:nvSpPr>
        <p:spPr bwMode="auto">
          <a:xfrm>
            <a:off x="5410200" y="5257800"/>
            <a:ext cx="76200" cy="762000"/>
          </a:xfrm>
          <a:prstGeom prst="leftBrace">
            <a:avLst>
              <a:gd name="adj1" fmla="val 83333"/>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7115" name="Freeform 26">
            <a:extLst>
              <a:ext uri="{FF2B5EF4-FFF2-40B4-BE49-F238E27FC236}">
                <a16:creationId xmlns:a16="http://schemas.microsoft.com/office/drawing/2014/main" id="{2901837A-D3E5-B372-29AB-89C761D4B8EF}"/>
              </a:ext>
            </a:extLst>
          </p:cNvPr>
          <p:cNvSpPr>
            <a:spLocks/>
          </p:cNvSpPr>
          <p:nvPr/>
        </p:nvSpPr>
        <p:spPr bwMode="auto">
          <a:xfrm>
            <a:off x="4191000" y="1828800"/>
            <a:ext cx="1143000" cy="304800"/>
          </a:xfrm>
          <a:custGeom>
            <a:avLst/>
            <a:gdLst>
              <a:gd name="T0" fmla="*/ 0 w 720"/>
              <a:gd name="T1" fmla="*/ 0 h 432"/>
              <a:gd name="T2" fmla="*/ 2147483646 w 720"/>
              <a:gd name="T3" fmla="*/ 2147483646 h 432"/>
              <a:gd name="T4" fmla="*/ 2147483646 w 720"/>
              <a:gd name="T5" fmla="*/ 2147483646 h 432"/>
              <a:gd name="T6" fmla="*/ 0 60000 65536"/>
              <a:gd name="T7" fmla="*/ 0 60000 65536"/>
              <a:gd name="T8" fmla="*/ 0 60000 65536"/>
              <a:gd name="T9" fmla="*/ 0 w 720"/>
              <a:gd name="T10" fmla="*/ 0 h 432"/>
              <a:gd name="T11" fmla="*/ 720 w 720"/>
              <a:gd name="T12" fmla="*/ 432 h 432"/>
            </a:gdLst>
            <a:ahLst/>
            <a:cxnLst>
              <a:cxn ang="T6">
                <a:pos x="T0" y="T1"/>
              </a:cxn>
              <a:cxn ang="T7">
                <a:pos x="T2" y="T3"/>
              </a:cxn>
              <a:cxn ang="T8">
                <a:pos x="T4" y="T5"/>
              </a:cxn>
            </a:cxnLst>
            <a:rect l="T9" t="T10" r="T11" b="T12"/>
            <a:pathLst>
              <a:path w="720" h="432">
                <a:moveTo>
                  <a:pt x="0" y="0"/>
                </a:moveTo>
                <a:cubicBezTo>
                  <a:pt x="108" y="36"/>
                  <a:pt x="216" y="72"/>
                  <a:pt x="336" y="144"/>
                </a:cubicBezTo>
                <a:cubicBezTo>
                  <a:pt x="456" y="216"/>
                  <a:pt x="588" y="324"/>
                  <a:pt x="720" y="432"/>
                </a:cubicBezTo>
              </a:path>
            </a:pathLst>
          </a:custGeom>
          <a:noFill/>
          <a:ln w="57150">
            <a:solidFill>
              <a:srgbClr val="FFCC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116" name="Freeform 27">
            <a:extLst>
              <a:ext uri="{FF2B5EF4-FFF2-40B4-BE49-F238E27FC236}">
                <a16:creationId xmlns:a16="http://schemas.microsoft.com/office/drawing/2014/main" id="{196E3B87-86DD-D188-8197-2C7B7235A974}"/>
              </a:ext>
            </a:extLst>
          </p:cNvPr>
          <p:cNvSpPr>
            <a:spLocks/>
          </p:cNvSpPr>
          <p:nvPr/>
        </p:nvSpPr>
        <p:spPr bwMode="auto">
          <a:xfrm>
            <a:off x="4114800" y="3505200"/>
            <a:ext cx="1295400" cy="330200"/>
          </a:xfrm>
          <a:custGeom>
            <a:avLst/>
            <a:gdLst>
              <a:gd name="T0" fmla="*/ 0 w 816"/>
              <a:gd name="T1" fmla="*/ 0 h 208"/>
              <a:gd name="T2" fmla="*/ 2147483646 w 816"/>
              <a:gd name="T3" fmla="*/ 2147483646 h 208"/>
              <a:gd name="T4" fmla="*/ 2147483646 w 816"/>
              <a:gd name="T5" fmla="*/ 2147483646 h 208"/>
              <a:gd name="T6" fmla="*/ 2147483646 w 816"/>
              <a:gd name="T7" fmla="*/ 2147483646 h 208"/>
              <a:gd name="T8" fmla="*/ 0 60000 65536"/>
              <a:gd name="T9" fmla="*/ 0 60000 65536"/>
              <a:gd name="T10" fmla="*/ 0 60000 65536"/>
              <a:gd name="T11" fmla="*/ 0 60000 65536"/>
              <a:gd name="T12" fmla="*/ 0 w 816"/>
              <a:gd name="T13" fmla="*/ 0 h 208"/>
              <a:gd name="T14" fmla="*/ 816 w 816"/>
              <a:gd name="T15" fmla="*/ 208 h 208"/>
            </a:gdLst>
            <a:ahLst/>
            <a:cxnLst>
              <a:cxn ang="T8">
                <a:pos x="T0" y="T1"/>
              </a:cxn>
              <a:cxn ang="T9">
                <a:pos x="T2" y="T3"/>
              </a:cxn>
              <a:cxn ang="T10">
                <a:pos x="T4" y="T5"/>
              </a:cxn>
              <a:cxn ang="T11">
                <a:pos x="T6" y="T7"/>
              </a:cxn>
            </a:cxnLst>
            <a:rect l="T12" t="T13" r="T14" b="T15"/>
            <a:pathLst>
              <a:path w="816" h="208">
                <a:moveTo>
                  <a:pt x="0" y="0"/>
                </a:moveTo>
                <a:cubicBezTo>
                  <a:pt x="116" y="32"/>
                  <a:pt x="232" y="64"/>
                  <a:pt x="336" y="96"/>
                </a:cubicBezTo>
                <a:cubicBezTo>
                  <a:pt x="440" y="128"/>
                  <a:pt x="544" y="176"/>
                  <a:pt x="624" y="192"/>
                </a:cubicBezTo>
                <a:cubicBezTo>
                  <a:pt x="704" y="208"/>
                  <a:pt x="760" y="200"/>
                  <a:pt x="816" y="192"/>
                </a:cubicBezTo>
              </a:path>
            </a:pathLst>
          </a:custGeom>
          <a:noFill/>
          <a:ln w="50800">
            <a:solidFill>
              <a:srgbClr val="00FF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117" name="Freeform 28">
            <a:extLst>
              <a:ext uri="{FF2B5EF4-FFF2-40B4-BE49-F238E27FC236}">
                <a16:creationId xmlns:a16="http://schemas.microsoft.com/office/drawing/2014/main" id="{AE260AEB-A1A8-AC4C-7134-3CE89D34F1BF}"/>
              </a:ext>
            </a:extLst>
          </p:cNvPr>
          <p:cNvSpPr>
            <a:spLocks/>
          </p:cNvSpPr>
          <p:nvPr/>
        </p:nvSpPr>
        <p:spPr bwMode="auto">
          <a:xfrm>
            <a:off x="3810000" y="4800600"/>
            <a:ext cx="1600200" cy="990600"/>
          </a:xfrm>
          <a:custGeom>
            <a:avLst/>
            <a:gdLst>
              <a:gd name="T0" fmla="*/ 0 w 1152"/>
              <a:gd name="T1" fmla="*/ 2147483646 h 64"/>
              <a:gd name="T2" fmla="*/ 2147483646 w 1152"/>
              <a:gd name="T3" fmla="*/ 2147483646 h 64"/>
              <a:gd name="T4" fmla="*/ 2147483646 w 1152"/>
              <a:gd name="T5" fmla="*/ 2147483646 h 64"/>
              <a:gd name="T6" fmla="*/ 2147483646 w 1152"/>
              <a:gd name="T7" fmla="*/ 2147483646 h 64"/>
              <a:gd name="T8" fmla="*/ 0 60000 65536"/>
              <a:gd name="T9" fmla="*/ 0 60000 65536"/>
              <a:gd name="T10" fmla="*/ 0 60000 65536"/>
              <a:gd name="T11" fmla="*/ 0 60000 65536"/>
              <a:gd name="T12" fmla="*/ 0 w 1152"/>
              <a:gd name="T13" fmla="*/ 0 h 64"/>
              <a:gd name="T14" fmla="*/ 1152 w 1152"/>
              <a:gd name="T15" fmla="*/ 64 h 64"/>
            </a:gdLst>
            <a:ahLst/>
            <a:cxnLst>
              <a:cxn ang="T8">
                <a:pos x="T0" y="T1"/>
              </a:cxn>
              <a:cxn ang="T9">
                <a:pos x="T2" y="T3"/>
              </a:cxn>
              <a:cxn ang="T10">
                <a:pos x="T4" y="T5"/>
              </a:cxn>
              <a:cxn ang="T11">
                <a:pos x="T6" y="T7"/>
              </a:cxn>
            </a:cxnLst>
            <a:rect l="T12" t="T13" r="T14" b="T15"/>
            <a:pathLst>
              <a:path w="1152" h="64">
                <a:moveTo>
                  <a:pt x="0" y="8"/>
                </a:moveTo>
                <a:cubicBezTo>
                  <a:pt x="164" y="4"/>
                  <a:pt x="328" y="0"/>
                  <a:pt x="480" y="8"/>
                </a:cubicBezTo>
                <a:cubicBezTo>
                  <a:pt x="632" y="16"/>
                  <a:pt x="800" y="48"/>
                  <a:pt x="912" y="56"/>
                </a:cubicBezTo>
                <a:cubicBezTo>
                  <a:pt x="1024" y="64"/>
                  <a:pt x="1088" y="60"/>
                  <a:pt x="1152" y="56"/>
                </a:cubicBezTo>
              </a:path>
            </a:pathLst>
          </a:custGeom>
          <a:noFill/>
          <a:ln w="50800">
            <a:solidFill>
              <a:srgbClr val="00FF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118" name="Rectangle 29">
            <a:extLst>
              <a:ext uri="{FF2B5EF4-FFF2-40B4-BE49-F238E27FC236}">
                <a16:creationId xmlns:a16="http://schemas.microsoft.com/office/drawing/2014/main" id="{64ECA593-26B3-F35D-8882-C5F843BBF2F8}"/>
              </a:ext>
            </a:extLst>
          </p:cNvPr>
          <p:cNvSpPr>
            <a:spLocks noGrp="1" noChangeArrowheads="1"/>
          </p:cNvSpPr>
          <p:nvPr>
            <p:ph type="title" idx="4294967295"/>
          </p:nvPr>
        </p:nvSpPr>
        <p:spPr>
          <a:xfrm>
            <a:off x="609600" y="152400"/>
            <a:ext cx="7772400" cy="533400"/>
          </a:xfrm>
        </p:spPr>
        <p:txBody>
          <a:bodyPr lIns="90488" tIns="44450" rIns="90488" bIns="44450" anchor="b"/>
          <a:lstStyle/>
          <a:p>
            <a:pPr eaLnBrk="1" hangingPunct="1"/>
            <a:r>
              <a:rPr lang="en-US" altLang="ko-KR" sz="3600">
                <a:ea typeface="굴림" panose="020B0600000101010101" pitchFamily="34" charset="-127"/>
              </a:rPr>
              <a:t>5-3. Computer Instruction</a:t>
            </a:r>
            <a:endParaRPr lang="ko-KR" altLang="en-US" sz="3600">
              <a:ea typeface="굴림" panose="020B0600000101010101" pitchFamily="34" charset="-127"/>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42D3FA84-8C86-1D11-8573-E9455973A4B2}"/>
              </a:ext>
            </a:extLst>
          </p:cNvPr>
          <p:cNvSpPr>
            <a:spLocks noGrp="1" noChangeArrowheads="1"/>
          </p:cNvSpPr>
          <p:nvPr>
            <p:ph type="title"/>
          </p:nvPr>
        </p:nvSpPr>
        <p:spPr/>
        <p:txBody>
          <a:bodyPr/>
          <a:lstStyle/>
          <a:p>
            <a:pPr eaLnBrk="1" hangingPunct="1"/>
            <a:r>
              <a:rPr lang="en-US" altLang="ko-KR">
                <a:solidFill>
                  <a:schemeClr val="folHlink"/>
                </a:solidFill>
                <a:ea typeface="굴림" panose="020B0600000101010101" pitchFamily="34" charset="-127"/>
              </a:rPr>
              <a:t>Common Bus System</a:t>
            </a:r>
            <a:endParaRPr lang="en-US" altLang="en-US">
              <a:solidFill>
                <a:schemeClr val="folHlink"/>
              </a:solidFill>
            </a:endParaRPr>
          </a:p>
        </p:txBody>
      </p:sp>
      <p:sp>
        <p:nvSpPr>
          <p:cNvPr id="48131" name="Rectangle 3">
            <a:extLst>
              <a:ext uri="{FF2B5EF4-FFF2-40B4-BE49-F238E27FC236}">
                <a16:creationId xmlns:a16="http://schemas.microsoft.com/office/drawing/2014/main" id="{EDA108B5-DADB-4C35-58E3-C665DE62B03A}"/>
              </a:ext>
            </a:extLst>
          </p:cNvPr>
          <p:cNvSpPr>
            <a:spLocks noGrp="1" noChangeArrowheads="1"/>
          </p:cNvSpPr>
          <p:nvPr>
            <p:ph type="body" idx="1"/>
          </p:nvPr>
        </p:nvSpPr>
        <p:spPr/>
        <p:txBody>
          <a:bodyPr/>
          <a:lstStyle/>
          <a:p>
            <a:pPr>
              <a:lnSpc>
                <a:spcPct val="80000"/>
              </a:lnSpc>
              <a:spcBef>
                <a:spcPct val="50000"/>
              </a:spcBef>
              <a:buClr>
                <a:schemeClr val="accent1"/>
              </a:buClr>
              <a:buSzPct val="75000"/>
              <a:buFont typeface="Monotype Sorts" pitchFamily="2" charset="2"/>
              <a:buChar char="l"/>
            </a:pPr>
            <a:r>
              <a:rPr lang="en-US" altLang="ko-KR" sz="2800">
                <a:ea typeface="굴림" panose="020B0600000101010101" pitchFamily="34" charset="-127"/>
              </a:rPr>
              <a:t>The basic computer has eight registers, a memory unit, and a control unit.</a:t>
            </a:r>
          </a:p>
          <a:p>
            <a:pPr eaLnBrk="1" hangingPunct="1">
              <a:lnSpc>
                <a:spcPct val="80000"/>
              </a:lnSpc>
            </a:pPr>
            <a:endParaRPr lang="en-US" altLang="en-US" sz="2800"/>
          </a:p>
          <a:p>
            <a:pPr eaLnBrk="1" hangingPunct="1">
              <a:lnSpc>
                <a:spcPct val="80000"/>
              </a:lnSpc>
            </a:pPr>
            <a:r>
              <a:rPr lang="en-US" altLang="ko-KR" sz="2800">
                <a:ea typeface="굴림" panose="020B0600000101010101" pitchFamily="34" charset="-127"/>
              </a:rPr>
              <a:t>Paths must be provided to transfer information from one register to another and between memory and registers</a:t>
            </a:r>
          </a:p>
          <a:p>
            <a:pPr eaLnBrk="1" hangingPunct="1">
              <a:lnSpc>
                <a:spcPct val="80000"/>
              </a:lnSpc>
            </a:pPr>
            <a:endParaRPr lang="en-US" altLang="ko-KR" sz="2800">
              <a:ea typeface="굴림" panose="020B0600000101010101" pitchFamily="34" charset="-127"/>
            </a:endParaRPr>
          </a:p>
          <a:p>
            <a:pPr eaLnBrk="1" hangingPunct="1">
              <a:lnSpc>
                <a:spcPct val="80000"/>
              </a:lnSpc>
            </a:pPr>
            <a:r>
              <a:rPr lang="en-US" altLang="ko-KR" sz="2800">
                <a:ea typeface="굴림" panose="020B0600000101010101" pitchFamily="34" charset="-127"/>
              </a:rPr>
              <a:t>A more efficient scheme for transferring information in a system with many registers is to use a common bus.</a:t>
            </a:r>
            <a:endParaRPr lang="en-US" altLang="en-US" sz="2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Line 2">
            <a:extLst>
              <a:ext uri="{FF2B5EF4-FFF2-40B4-BE49-F238E27FC236}">
                <a16:creationId xmlns:a16="http://schemas.microsoft.com/office/drawing/2014/main" id="{F091618A-476A-27F5-2264-120DD6497F5B}"/>
              </a:ext>
            </a:extLst>
          </p:cNvPr>
          <p:cNvSpPr>
            <a:spLocks noChangeShapeType="1"/>
          </p:cNvSpPr>
          <p:nvPr/>
        </p:nvSpPr>
        <p:spPr bwMode="auto">
          <a:xfrm>
            <a:off x="5791200" y="5308600"/>
            <a:ext cx="2057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55" name="Freeform 3">
            <a:extLst>
              <a:ext uri="{FF2B5EF4-FFF2-40B4-BE49-F238E27FC236}">
                <a16:creationId xmlns:a16="http://schemas.microsoft.com/office/drawing/2014/main" id="{B3ED27D5-CE69-5217-20C7-2440B18D71C1}"/>
              </a:ext>
            </a:extLst>
          </p:cNvPr>
          <p:cNvSpPr>
            <a:spLocks/>
          </p:cNvSpPr>
          <p:nvPr/>
        </p:nvSpPr>
        <p:spPr bwMode="auto">
          <a:xfrm>
            <a:off x="914400" y="609600"/>
            <a:ext cx="7556500" cy="6019800"/>
          </a:xfrm>
          <a:custGeom>
            <a:avLst/>
            <a:gdLst>
              <a:gd name="T0" fmla="*/ 0 w 4760"/>
              <a:gd name="T1" fmla="*/ 2147483646 h 3792"/>
              <a:gd name="T2" fmla="*/ 2147483646 w 4760"/>
              <a:gd name="T3" fmla="*/ 2147483646 h 3792"/>
              <a:gd name="T4" fmla="*/ 2147483646 w 4760"/>
              <a:gd name="T5" fmla="*/ 2147483646 h 3792"/>
              <a:gd name="T6" fmla="*/ 2147483646 w 4760"/>
              <a:gd name="T7" fmla="*/ 2147483646 h 3792"/>
              <a:gd name="T8" fmla="*/ 2147483646 w 4760"/>
              <a:gd name="T9" fmla="*/ 2147483646 h 3792"/>
              <a:gd name="T10" fmla="*/ 2147483646 w 4760"/>
              <a:gd name="T11" fmla="*/ 2147483646 h 3792"/>
              <a:gd name="T12" fmla="*/ 2147483646 w 4760"/>
              <a:gd name="T13" fmla="*/ 0 h 3792"/>
              <a:gd name="T14" fmla="*/ 2147483646 w 4760"/>
              <a:gd name="T15" fmla="*/ 0 h 3792"/>
              <a:gd name="T16" fmla="*/ 2147483646 w 4760"/>
              <a:gd name="T17" fmla="*/ 2147483646 h 3792"/>
              <a:gd name="T18" fmla="*/ 2147483646 w 4760"/>
              <a:gd name="T19" fmla="*/ 2147483646 h 3792"/>
              <a:gd name="T20" fmla="*/ 2147483646 w 4760"/>
              <a:gd name="T21" fmla="*/ 2147483646 h 3792"/>
              <a:gd name="T22" fmla="*/ 2147483646 w 4760"/>
              <a:gd name="T23" fmla="*/ 2147483646 h 3792"/>
              <a:gd name="T24" fmla="*/ 0 w 4760"/>
              <a:gd name="T25" fmla="*/ 2147483646 h 37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60"/>
              <a:gd name="T40" fmla="*/ 0 h 3792"/>
              <a:gd name="T41" fmla="*/ 4760 w 4760"/>
              <a:gd name="T42" fmla="*/ 3792 h 37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60" h="3792">
                <a:moveTo>
                  <a:pt x="0" y="200"/>
                </a:moveTo>
                <a:lnTo>
                  <a:pt x="152" y="201"/>
                </a:lnTo>
                <a:lnTo>
                  <a:pt x="152" y="3660"/>
                </a:lnTo>
                <a:lnTo>
                  <a:pt x="4376" y="3660"/>
                </a:lnTo>
                <a:lnTo>
                  <a:pt x="4376" y="201"/>
                </a:lnTo>
                <a:lnTo>
                  <a:pt x="4136" y="201"/>
                </a:lnTo>
                <a:lnTo>
                  <a:pt x="4136" y="0"/>
                </a:lnTo>
                <a:lnTo>
                  <a:pt x="4760" y="0"/>
                </a:lnTo>
                <a:lnTo>
                  <a:pt x="4760" y="201"/>
                </a:lnTo>
                <a:lnTo>
                  <a:pt x="4520" y="201"/>
                </a:lnTo>
                <a:lnTo>
                  <a:pt x="4520" y="3792"/>
                </a:lnTo>
                <a:lnTo>
                  <a:pt x="2" y="3792"/>
                </a:lnTo>
                <a:lnTo>
                  <a:pt x="0" y="200"/>
                </a:lnTo>
                <a:close/>
              </a:path>
            </a:pathLst>
          </a:custGeom>
          <a:solidFill>
            <a:schemeClr val="hlink"/>
          </a:solidFill>
          <a:ln w="9525">
            <a:solidFill>
              <a:schemeClr val="tx1"/>
            </a:solidFill>
            <a:round/>
            <a:headEnd/>
            <a:tailEnd/>
          </a:ln>
        </p:spPr>
        <p:txBody>
          <a:bodyPr wrap="none" anchor="ctr"/>
          <a:lstStyle/>
          <a:p>
            <a:endParaRPr lang="en-US"/>
          </a:p>
        </p:txBody>
      </p:sp>
      <p:sp>
        <p:nvSpPr>
          <p:cNvPr id="49156" name="Text Box 4">
            <a:extLst>
              <a:ext uri="{FF2B5EF4-FFF2-40B4-BE49-F238E27FC236}">
                <a16:creationId xmlns:a16="http://schemas.microsoft.com/office/drawing/2014/main" id="{C79C234C-80C2-34C8-82AD-028C3896798E}"/>
              </a:ext>
            </a:extLst>
          </p:cNvPr>
          <p:cNvSpPr txBox="1">
            <a:spLocks noChangeArrowheads="1"/>
          </p:cNvSpPr>
          <p:nvPr/>
        </p:nvSpPr>
        <p:spPr bwMode="auto">
          <a:xfrm>
            <a:off x="7743825" y="581025"/>
            <a:ext cx="41433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Times New Roman" panose="02020603050405020304" pitchFamily="18" charset="0"/>
              </a:rPr>
              <a:t>Bus</a:t>
            </a:r>
            <a:endParaRPr lang="en-US" altLang="en-US" sz="2400">
              <a:latin typeface="Times New Roman" panose="02020603050405020304" pitchFamily="18" charset="0"/>
            </a:endParaRPr>
          </a:p>
        </p:txBody>
      </p:sp>
      <p:sp>
        <p:nvSpPr>
          <p:cNvPr id="49157" name="Line 5">
            <a:extLst>
              <a:ext uri="{FF2B5EF4-FFF2-40B4-BE49-F238E27FC236}">
                <a16:creationId xmlns:a16="http://schemas.microsoft.com/office/drawing/2014/main" id="{989D8DDA-0993-A591-18B4-98BFDCA25C09}"/>
              </a:ext>
            </a:extLst>
          </p:cNvPr>
          <p:cNvSpPr>
            <a:spLocks noChangeShapeType="1"/>
          </p:cNvSpPr>
          <p:nvPr/>
        </p:nvSpPr>
        <p:spPr bwMode="auto">
          <a:xfrm rot="-5400000">
            <a:off x="7352506" y="548482"/>
            <a:ext cx="1587" cy="2286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58" name="Line 6">
            <a:extLst>
              <a:ext uri="{FF2B5EF4-FFF2-40B4-BE49-F238E27FC236}">
                <a16:creationId xmlns:a16="http://schemas.microsoft.com/office/drawing/2014/main" id="{5B57A092-819E-D533-B8AA-4CF7ADBFCFDE}"/>
              </a:ext>
            </a:extLst>
          </p:cNvPr>
          <p:cNvSpPr>
            <a:spLocks noChangeShapeType="1"/>
          </p:cNvSpPr>
          <p:nvPr/>
        </p:nvSpPr>
        <p:spPr bwMode="auto">
          <a:xfrm>
            <a:off x="7239000" y="523875"/>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59" name="Line 7">
            <a:extLst>
              <a:ext uri="{FF2B5EF4-FFF2-40B4-BE49-F238E27FC236}">
                <a16:creationId xmlns:a16="http://schemas.microsoft.com/office/drawing/2014/main" id="{5EF36F5F-B67E-818A-FE1A-1A038BF31085}"/>
              </a:ext>
            </a:extLst>
          </p:cNvPr>
          <p:cNvSpPr>
            <a:spLocks noChangeShapeType="1"/>
          </p:cNvSpPr>
          <p:nvPr/>
        </p:nvSpPr>
        <p:spPr bwMode="auto">
          <a:xfrm rot="-5400000">
            <a:off x="7237412" y="534988"/>
            <a:ext cx="3175" cy="4572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60" name="Line 8">
            <a:extLst>
              <a:ext uri="{FF2B5EF4-FFF2-40B4-BE49-F238E27FC236}">
                <a16:creationId xmlns:a16="http://schemas.microsoft.com/office/drawing/2014/main" id="{AD396662-EE20-6924-D4EF-1498C4D72EA9}"/>
              </a:ext>
            </a:extLst>
          </p:cNvPr>
          <p:cNvSpPr>
            <a:spLocks noChangeShapeType="1"/>
          </p:cNvSpPr>
          <p:nvPr/>
        </p:nvSpPr>
        <p:spPr bwMode="auto">
          <a:xfrm>
            <a:off x="7010400" y="5334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1" name="Text Box 9">
            <a:extLst>
              <a:ext uri="{FF2B5EF4-FFF2-40B4-BE49-F238E27FC236}">
                <a16:creationId xmlns:a16="http://schemas.microsoft.com/office/drawing/2014/main" id="{845F5C58-6930-13CF-F81D-40FD1312B139}"/>
              </a:ext>
            </a:extLst>
          </p:cNvPr>
          <p:cNvSpPr txBox="1">
            <a:spLocks noChangeArrowheads="1"/>
          </p:cNvSpPr>
          <p:nvPr/>
        </p:nvSpPr>
        <p:spPr bwMode="auto">
          <a:xfrm>
            <a:off x="6934200" y="304800"/>
            <a:ext cx="22860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Times New Roman" panose="02020603050405020304" pitchFamily="18" charset="0"/>
              </a:rPr>
              <a:t>s</a:t>
            </a:r>
            <a:r>
              <a:rPr lang="en-US" altLang="en-US" sz="1800" baseline="-25000">
                <a:latin typeface="Times New Roman" panose="02020603050405020304" pitchFamily="18" charset="0"/>
              </a:rPr>
              <a:t>1</a:t>
            </a:r>
            <a:endParaRPr lang="en-US" altLang="en-US" sz="2400">
              <a:latin typeface="Times New Roman" panose="02020603050405020304" pitchFamily="18" charset="0"/>
            </a:endParaRPr>
          </a:p>
        </p:txBody>
      </p:sp>
      <p:sp>
        <p:nvSpPr>
          <p:cNvPr id="49162" name="Text Box 10">
            <a:extLst>
              <a:ext uri="{FF2B5EF4-FFF2-40B4-BE49-F238E27FC236}">
                <a16:creationId xmlns:a16="http://schemas.microsoft.com/office/drawing/2014/main" id="{247EBDE6-1E14-5501-F970-A7B2BE269FBC}"/>
              </a:ext>
            </a:extLst>
          </p:cNvPr>
          <p:cNvSpPr txBox="1">
            <a:spLocks noChangeArrowheads="1"/>
          </p:cNvSpPr>
          <p:nvPr/>
        </p:nvSpPr>
        <p:spPr bwMode="auto">
          <a:xfrm>
            <a:off x="7162800" y="304800"/>
            <a:ext cx="22860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Times New Roman" panose="02020603050405020304" pitchFamily="18" charset="0"/>
              </a:rPr>
              <a:t>s</a:t>
            </a:r>
            <a:r>
              <a:rPr lang="en-US" altLang="en-US" sz="1800" baseline="-25000">
                <a:latin typeface="Times New Roman" panose="02020603050405020304" pitchFamily="18" charset="0"/>
              </a:rPr>
              <a:t>2</a:t>
            </a:r>
            <a:endParaRPr lang="en-US" altLang="en-US" sz="2400">
              <a:latin typeface="Times New Roman" panose="02020603050405020304" pitchFamily="18" charset="0"/>
            </a:endParaRPr>
          </a:p>
        </p:txBody>
      </p:sp>
      <p:sp>
        <p:nvSpPr>
          <p:cNvPr id="49163" name="Line 11">
            <a:extLst>
              <a:ext uri="{FF2B5EF4-FFF2-40B4-BE49-F238E27FC236}">
                <a16:creationId xmlns:a16="http://schemas.microsoft.com/office/drawing/2014/main" id="{194CFA65-34EA-3BC3-E440-EB7D2090FCA3}"/>
              </a:ext>
            </a:extLst>
          </p:cNvPr>
          <p:cNvSpPr>
            <a:spLocks noChangeShapeType="1"/>
          </p:cNvSpPr>
          <p:nvPr/>
        </p:nvSpPr>
        <p:spPr bwMode="auto">
          <a:xfrm rot="5400000" flipV="1">
            <a:off x="7125494" y="529431"/>
            <a:ext cx="1588" cy="688975"/>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64" name="Line 12">
            <a:extLst>
              <a:ext uri="{FF2B5EF4-FFF2-40B4-BE49-F238E27FC236}">
                <a16:creationId xmlns:a16="http://schemas.microsoft.com/office/drawing/2014/main" id="{F8641712-0E8F-3FB3-A964-3372C6E19C40}"/>
              </a:ext>
            </a:extLst>
          </p:cNvPr>
          <p:cNvSpPr>
            <a:spLocks noChangeShapeType="1"/>
          </p:cNvSpPr>
          <p:nvPr/>
        </p:nvSpPr>
        <p:spPr bwMode="auto">
          <a:xfrm>
            <a:off x="6781800" y="533400"/>
            <a:ext cx="0" cy="3349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5" name="Text Box 13">
            <a:extLst>
              <a:ext uri="{FF2B5EF4-FFF2-40B4-BE49-F238E27FC236}">
                <a16:creationId xmlns:a16="http://schemas.microsoft.com/office/drawing/2014/main" id="{4225128A-84A7-28DC-A21C-35152E80BCCB}"/>
              </a:ext>
            </a:extLst>
          </p:cNvPr>
          <p:cNvSpPr txBox="1">
            <a:spLocks noChangeArrowheads="1"/>
          </p:cNvSpPr>
          <p:nvPr/>
        </p:nvSpPr>
        <p:spPr bwMode="auto">
          <a:xfrm>
            <a:off x="6705600" y="304800"/>
            <a:ext cx="22860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Times New Roman" panose="02020603050405020304" pitchFamily="18" charset="0"/>
              </a:rPr>
              <a:t>s</a:t>
            </a:r>
            <a:r>
              <a:rPr lang="en-US" altLang="en-US" sz="1800" baseline="-25000">
                <a:latin typeface="Times New Roman" panose="02020603050405020304" pitchFamily="18" charset="0"/>
              </a:rPr>
              <a:t>0</a:t>
            </a:r>
            <a:endParaRPr lang="en-US" altLang="en-US" sz="2400">
              <a:latin typeface="Times New Roman" panose="02020603050405020304" pitchFamily="18" charset="0"/>
            </a:endParaRPr>
          </a:p>
        </p:txBody>
      </p:sp>
      <p:sp>
        <p:nvSpPr>
          <p:cNvPr id="49166" name="Line 14">
            <a:extLst>
              <a:ext uri="{FF2B5EF4-FFF2-40B4-BE49-F238E27FC236}">
                <a16:creationId xmlns:a16="http://schemas.microsoft.com/office/drawing/2014/main" id="{99ECDF46-E9F8-2E73-6E6B-88DD4E855481}"/>
              </a:ext>
            </a:extLst>
          </p:cNvPr>
          <p:cNvSpPr>
            <a:spLocks noChangeShapeType="1"/>
          </p:cNvSpPr>
          <p:nvPr/>
        </p:nvSpPr>
        <p:spPr bwMode="auto">
          <a:xfrm flipH="1">
            <a:off x="3171825" y="6526213"/>
            <a:ext cx="533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67" name="Text Box 15">
            <a:extLst>
              <a:ext uri="{FF2B5EF4-FFF2-40B4-BE49-F238E27FC236}">
                <a16:creationId xmlns:a16="http://schemas.microsoft.com/office/drawing/2014/main" id="{1BC3A07C-2064-1734-19A6-55E6CA151FFC}"/>
              </a:ext>
            </a:extLst>
          </p:cNvPr>
          <p:cNvSpPr txBox="1">
            <a:spLocks noChangeArrowheads="1"/>
          </p:cNvSpPr>
          <p:nvPr/>
        </p:nvSpPr>
        <p:spPr bwMode="auto">
          <a:xfrm>
            <a:off x="3781425" y="6402388"/>
            <a:ext cx="140176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16-bit common bus</a:t>
            </a:r>
          </a:p>
        </p:txBody>
      </p:sp>
      <p:sp>
        <p:nvSpPr>
          <p:cNvPr id="49168" name="Line 16">
            <a:extLst>
              <a:ext uri="{FF2B5EF4-FFF2-40B4-BE49-F238E27FC236}">
                <a16:creationId xmlns:a16="http://schemas.microsoft.com/office/drawing/2014/main" id="{AFE1EAE1-59C7-FF20-5128-E125A081B31A}"/>
              </a:ext>
            </a:extLst>
          </p:cNvPr>
          <p:cNvSpPr>
            <a:spLocks noChangeShapeType="1"/>
          </p:cNvSpPr>
          <p:nvPr/>
        </p:nvSpPr>
        <p:spPr bwMode="auto">
          <a:xfrm flipH="1">
            <a:off x="5295900" y="6526213"/>
            <a:ext cx="533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69" name="Line 17">
            <a:extLst>
              <a:ext uri="{FF2B5EF4-FFF2-40B4-BE49-F238E27FC236}">
                <a16:creationId xmlns:a16="http://schemas.microsoft.com/office/drawing/2014/main" id="{29E71854-DE80-A721-BA3C-40A811F01A5C}"/>
              </a:ext>
            </a:extLst>
          </p:cNvPr>
          <p:cNvSpPr>
            <a:spLocks noChangeShapeType="1"/>
          </p:cNvSpPr>
          <p:nvPr/>
        </p:nvSpPr>
        <p:spPr bwMode="auto">
          <a:xfrm>
            <a:off x="1143000" y="5867400"/>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0" name="Line 18">
            <a:extLst>
              <a:ext uri="{FF2B5EF4-FFF2-40B4-BE49-F238E27FC236}">
                <a16:creationId xmlns:a16="http://schemas.microsoft.com/office/drawing/2014/main" id="{4E923EA5-FB48-27FB-B53B-13F139F29C22}"/>
              </a:ext>
            </a:extLst>
          </p:cNvPr>
          <p:cNvSpPr>
            <a:spLocks noChangeShapeType="1"/>
          </p:cNvSpPr>
          <p:nvPr/>
        </p:nvSpPr>
        <p:spPr bwMode="auto">
          <a:xfrm>
            <a:off x="1143000" y="5286375"/>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1" name="Line 19">
            <a:extLst>
              <a:ext uri="{FF2B5EF4-FFF2-40B4-BE49-F238E27FC236}">
                <a16:creationId xmlns:a16="http://schemas.microsoft.com/office/drawing/2014/main" id="{0BAFBB0D-6813-FB0A-FBAE-B3860AEBEF85}"/>
              </a:ext>
            </a:extLst>
          </p:cNvPr>
          <p:cNvSpPr>
            <a:spLocks noChangeShapeType="1"/>
          </p:cNvSpPr>
          <p:nvPr/>
        </p:nvSpPr>
        <p:spPr bwMode="auto">
          <a:xfrm>
            <a:off x="1143000" y="4724400"/>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2" name="Line 20">
            <a:extLst>
              <a:ext uri="{FF2B5EF4-FFF2-40B4-BE49-F238E27FC236}">
                <a16:creationId xmlns:a16="http://schemas.microsoft.com/office/drawing/2014/main" id="{53C73593-87F0-EA72-5248-8442E445CE6B}"/>
              </a:ext>
            </a:extLst>
          </p:cNvPr>
          <p:cNvSpPr>
            <a:spLocks noChangeShapeType="1"/>
          </p:cNvSpPr>
          <p:nvPr/>
        </p:nvSpPr>
        <p:spPr bwMode="auto">
          <a:xfrm>
            <a:off x="1143000" y="2895600"/>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3" name="Line 21">
            <a:extLst>
              <a:ext uri="{FF2B5EF4-FFF2-40B4-BE49-F238E27FC236}">
                <a16:creationId xmlns:a16="http://schemas.microsoft.com/office/drawing/2014/main" id="{042388AF-D8A7-6CA7-FE8D-C926B85F096E}"/>
              </a:ext>
            </a:extLst>
          </p:cNvPr>
          <p:cNvSpPr>
            <a:spLocks noChangeShapeType="1"/>
          </p:cNvSpPr>
          <p:nvPr/>
        </p:nvSpPr>
        <p:spPr bwMode="auto">
          <a:xfrm>
            <a:off x="1143000" y="2362200"/>
            <a:ext cx="2733675"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4" name="Line 22">
            <a:extLst>
              <a:ext uri="{FF2B5EF4-FFF2-40B4-BE49-F238E27FC236}">
                <a16:creationId xmlns:a16="http://schemas.microsoft.com/office/drawing/2014/main" id="{7CEEE7E4-D2D0-D3F9-2453-E2C28D99E73D}"/>
              </a:ext>
            </a:extLst>
          </p:cNvPr>
          <p:cNvSpPr>
            <a:spLocks noChangeShapeType="1"/>
          </p:cNvSpPr>
          <p:nvPr/>
        </p:nvSpPr>
        <p:spPr bwMode="auto">
          <a:xfrm>
            <a:off x="1143000" y="1752600"/>
            <a:ext cx="2743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5" name="Line 23">
            <a:extLst>
              <a:ext uri="{FF2B5EF4-FFF2-40B4-BE49-F238E27FC236}">
                <a16:creationId xmlns:a16="http://schemas.microsoft.com/office/drawing/2014/main" id="{93CC9B63-940D-A7D4-7C33-434C4B9BF733}"/>
              </a:ext>
            </a:extLst>
          </p:cNvPr>
          <p:cNvSpPr>
            <a:spLocks noChangeShapeType="1"/>
          </p:cNvSpPr>
          <p:nvPr/>
        </p:nvSpPr>
        <p:spPr bwMode="auto">
          <a:xfrm>
            <a:off x="5791200" y="4724400"/>
            <a:ext cx="2057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6" name="Text Box 24">
            <a:extLst>
              <a:ext uri="{FF2B5EF4-FFF2-40B4-BE49-F238E27FC236}">
                <a16:creationId xmlns:a16="http://schemas.microsoft.com/office/drawing/2014/main" id="{C24B7ED1-AF9F-5356-1CEC-A54817DD176B}"/>
              </a:ext>
            </a:extLst>
          </p:cNvPr>
          <p:cNvSpPr txBox="1">
            <a:spLocks noChangeArrowheads="1"/>
          </p:cNvSpPr>
          <p:nvPr/>
        </p:nvSpPr>
        <p:spPr bwMode="auto">
          <a:xfrm>
            <a:off x="6743700" y="5972175"/>
            <a:ext cx="4445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Clock</a:t>
            </a:r>
          </a:p>
        </p:txBody>
      </p:sp>
      <p:sp>
        <p:nvSpPr>
          <p:cNvPr id="49177" name="Freeform 25">
            <a:extLst>
              <a:ext uri="{FF2B5EF4-FFF2-40B4-BE49-F238E27FC236}">
                <a16:creationId xmlns:a16="http://schemas.microsoft.com/office/drawing/2014/main" id="{ACAC1069-2B9C-3740-2CDE-BAE2E9014797}"/>
              </a:ext>
            </a:extLst>
          </p:cNvPr>
          <p:cNvSpPr>
            <a:spLocks/>
          </p:cNvSpPr>
          <p:nvPr/>
        </p:nvSpPr>
        <p:spPr bwMode="auto">
          <a:xfrm>
            <a:off x="4495800" y="5981700"/>
            <a:ext cx="2209800" cy="95250"/>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178" name="Rectangle 26">
            <a:extLst>
              <a:ext uri="{FF2B5EF4-FFF2-40B4-BE49-F238E27FC236}">
                <a16:creationId xmlns:a16="http://schemas.microsoft.com/office/drawing/2014/main" id="{21F190F4-807A-6344-D4C6-4C32672C00F7}"/>
              </a:ext>
            </a:extLst>
          </p:cNvPr>
          <p:cNvSpPr>
            <a:spLocks noChangeArrowheads="1"/>
          </p:cNvSpPr>
          <p:nvPr/>
        </p:nvSpPr>
        <p:spPr bwMode="auto">
          <a:xfrm>
            <a:off x="3505200" y="5743575"/>
            <a:ext cx="12954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179" name="Line 27">
            <a:extLst>
              <a:ext uri="{FF2B5EF4-FFF2-40B4-BE49-F238E27FC236}">
                <a16:creationId xmlns:a16="http://schemas.microsoft.com/office/drawing/2014/main" id="{64FCB708-982A-A787-A33E-2E39F09CBED8}"/>
              </a:ext>
            </a:extLst>
          </p:cNvPr>
          <p:cNvSpPr>
            <a:spLocks noChangeShapeType="1"/>
          </p:cNvSpPr>
          <p:nvPr/>
        </p:nvSpPr>
        <p:spPr bwMode="auto">
          <a:xfrm>
            <a:off x="3686175" y="5992813"/>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80" name="Text Box 28">
            <a:extLst>
              <a:ext uri="{FF2B5EF4-FFF2-40B4-BE49-F238E27FC236}">
                <a16:creationId xmlns:a16="http://schemas.microsoft.com/office/drawing/2014/main" id="{465431D1-FF46-E5DA-D42E-1FD9FD4CB896}"/>
              </a:ext>
            </a:extLst>
          </p:cNvPr>
          <p:cNvSpPr txBox="1">
            <a:spLocks noChangeArrowheads="1"/>
          </p:cNvSpPr>
          <p:nvPr/>
        </p:nvSpPr>
        <p:spPr bwMode="auto">
          <a:xfrm>
            <a:off x="3557588" y="6081713"/>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181" name="Line 29">
            <a:extLst>
              <a:ext uri="{FF2B5EF4-FFF2-40B4-BE49-F238E27FC236}">
                <a16:creationId xmlns:a16="http://schemas.microsoft.com/office/drawing/2014/main" id="{9B0F3DF9-48BC-98C1-6925-D4173CC0C156}"/>
              </a:ext>
            </a:extLst>
          </p:cNvPr>
          <p:cNvSpPr>
            <a:spLocks noChangeShapeType="1"/>
          </p:cNvSpPr>
          <p:nvPr/>
        </p:nvSpPr>
        <p:spPr bwMode="auto">
          <a:xfrm>
            <a:off x="3686175" y="53975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82" name="Text Box 30">
            <a:extLst>
              <a:ext uri="{FF2B5EF4-FFF2-40B4-BE49-F238E27FC236}">
                <a16:creationId xmlns:a16="http://schemas.microsoft.com/office/drawing/2014/main" id="{F9F818B9-BAB5-8F76-5368-80EBF5B9BDF0}"/>
              </a:ext>
            </a:extLst>
          </p:cNvPr>
          <p:cNvSpPr txBox="1">
            <a:spLocks noChangeArrowheads="1"/>
          </p:cNvSpPr>
          <p:nvPr/>
        </p:nvSpPr>
        <p:spPr bwMode="auto">
          <a:xfrm>
            <a:off x="3557588" y="5486400"/>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183" name="Line 31">
            <a:extLst>
              <a:ext uri="{FF2B5EF4-FFF2-40B4-BE49-F238E27FC236}">
                <a16:creationId xmlns:a16="http://schemas.microsoft.com/office/drawing/2014/main" id="{CD5EB2DD-6CF0-5A97-E92B-6A60C09C7A37}"/>
              </a:ext>
            </a:extLst>
          </p:cNvPr>
          <p:cNvSpPr>
            <a:spLocks noChangeShapeType="1"/>
          </p:cNvSpPr>
          <p:nvPr/>
        </p:nvSpPr>
        <p:spPr bwMode="auto">
          <a:xfrm>
            <a:off x="3686175" y="48164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84" name="Text Box 32">
            <a:extLst>
              <a:ext uri="{FF2B5EF4-FFF2-40B4-BE49-F238E27FC236}">
                <a16:creationId xmlns:a16="http://schemas.microsoft.com/office/drawing/2014/main" id="{F386DC23-CC45-12A7-2881-31DD6DA0353F}"/>
              </a:ext>
            </a:extLst>
          </p:cNvPr>
          <p:cNvSpPr txBox="1">
            <a:spLocks noChangeArrowheads="1"/>
          </p:cNvSpPr>
          <p:nvPr/>
        </p:nvSpPr>
        <p:spPr bwMode="auto">
          <a:xfrm>
            <a:off x="3557588" y="4905375"/>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185" name="Line 33">
            <a:extLst>
              <a:ext uri="{FF2B5EF4-FFF2-40B4-BE49-F238E27FC236}">
                <a16:creationId xmlns:a16="http://schemas.microsoft.com/office/drawing/2014/main" id="{215EA659-D474-8912-A0D8-9DA7EFA96545}"/>
              </a:ext>
            </a:extLst>
          </p:cNvPr>
          <p:cNvSpPr>
            <a:spLocks noChangeShapeType="1"/>
          </p:cNvSpPr>
          <p:nvPr/>
        </p:nvSpPr>
        <p:spPr bwMode="auto">
          <a:xfrm>
            <a:off x="4343400" y="53879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86" name="Text Box 34">
            <a:extLst>
              <a:ext uri="{FF2B5EF4-FFF2-40B4-BE49-F238E27FC236}">
                <a16:creationId xmlns:a16="http://schemas.microsoft.com/office/drawing/2014/main" id="{AEE41A33-2F6B-DB06-78C4-785A03BB9752}"/>
              </a:ext>
            </a:extLst>
          </p:cNvPr>
          <p:cNvSpPr txBox="1">
            <a:spLocks noChangeArrowheads="1"/>
          </p:cNvSpPr>
          <p:nvPr/>
        </p:nvSpPr>
        <p:spPr bwMode="auto">
          <a:xfrm>
            <a:off x="4214813" y="5476875"/>
            <a:ext cx="3254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49187" name="Freeform 35">
            <a:extLst>
              <a:ext uri="{FF2B5EF4-FFF2-40B4-BE49-F238E27FC236}">
                <a16:creationId xmlns:a16="http://schemas.microsoft.com/office/drawing/2014/main" id="{61FFE9E4-17E7-8BAE-CED7-FE84EC5CA42C}"/>
              </a:ext>
            </a:extLst>
          </p:cNvPr>
          <p:cNvSpPr>
            <a:spLocks/>
          </p:cNvSpPr>
          <p:nvPr/>
        </p:nvSpPr>
        <p:spPr bwMode="auto">
          <a:xfrm>
            <a:off x="5676900" y="5395913"/>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188" name="Text Box 36">
            <a:extLst>
              <a:ext uri="{FF2B5EF4-FFF2-40B4-BE49-F238E27FC236}">
                <a16:creationId xmlns:a16="http://schemas.microsoft.com/office/drawing/2014/main" id="{52F73C8C-512E-DDA2-9A63-3EF54EA93BFE}"/>
              </a:ext>
            </a:extLst>
          </p:cNvPr>
          <p:cNvSpPr txBox="1">
            <a:spLocks noChangeArrowheads="1"/>
          </p:cNvSpPr>
          <p:nvPr/>
        </p:nvSpPr>
        <p:spPr bwMode="auto">
          <a:xfrm>
            <a:off x="3905250" y="5749925"/>
            <a:ext cx="4826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i="1">
                <a:latin typeface="Times New Roman" panose="02020603050405020304" pitchFamily="18" charset="0"/>
              </a:rPr>
              <a:t>OUTR</a:t>
            </a:r>
            <a:endParaRPr lang="en-US" altLang="en-US" sz="1400">
              <a:latin typeface="Times New Roman" panose="02020603050405020304" pitchFamily="18" charset="0"/>
            </a:endParaRPr>
          </a:p>
        </p:txBody>
      </p:sp>
      <p:sp>
        <p:nvSpPr>
          <p:cNvPr id="49189" name="AutoShape 37">
            <a:extLst>
              <a:ext uri="{FF2B5EF4-FFF2-40B4-BE49-F238E27FC236}">
                <a16:creationId xmlns:a16="http://schemas.microsoft.com/office/drawing/2014/main" id="{C32C71FC-9796-C534-3F14-9E3724422623}"/>
              </a:ext>
            </a:extLst>
          </p:cNvPr>
          <p:cNvSpPr>
            <a:spLocks noChangeArrowheads="1"/>
          </p:cNvSpPr>
          <p:nvPr/>
        </p:nvSpPr>
        <p:spPr bwMode="auto">
          <a:xfrm>
            <a:off x="4462463" y="5910263"/>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190" name="Freeform 38">
            <a:extLst>
              <a:ext uri="{FF2B5EF4-FFF2-40B4-BE49-F238E27FC236}">
                <a16:creationId xmlns:a16="http://schemas.microsoft.com/office/drawing/2014/main" id="{AF8EAC16-9A12-10B7-45E4-CCAABB630F63}"/>
              </a:ext>
            </a:extLst>
          </p:cNvPr>
          <p:cNvSpPr>
            <a:spLocks/>
          </p:cNvSpPr>
          <p:nvPr/>
        </p:nvSpPr>
        <p:spPr bwMode="auto">
          <a:xfrm>
            <a:off x="1606550" y="3676650"/>
            <a:ext cx="5405438" cy="419100"/>
          </a:xfrm>
          <a:custGeom>
            <a:avLst/>
            <a:gdLst>
              <a:gd name="T0" fmla="*/ 2147483646 w 3405"/>
              <a:gd name="T1" fmla="*/ 2147483646 h 264"/>
              <a:gd name="T2" fmla="*/ 0 w 3405"/>
              <a:gd name="T3" fmla="*/ 2147483646 h 264"/>
              <a:gd name="T4" fmla="*/ 2147483646 w 3405"/>
              <a:gd name="T5" fmla="*/ 2147483646 h 264"/>
              <a:gd name="T6" fmla="*/ 2147483646 w 3405"/>
              <a:gd name="T7" fmla="*/ 0 h 264"/>
              <a:gd name="T8" fmla="*/ 0 60000 65536"/>
              <a:gd name="T9" fmla="*/ 0 60000 65536"/>
              <a:gd name="T10" fmla="*/ 0 60000 65536"/>
              <a:gd name="T11" fmla="*/ 0 60000 65536"/>
              <a:gd name="T12" fmla="*/ 0 w 3405"/>
              <a:gd name="T13" fmla="*/ 0 h 264"/>
              <a:gd name="T14" fmla="*/ 3405 w 3405"/>
              <a:gd name="T15" fmla="*/ 264 h 264"/>
            </a:gdLst>
            <a:ahLst/>
            <a:cxnLst>
              <a:cxn ang="T8">
                <a:pos x="T0" y="T1"/>
              </a:cxn>
              <a:cxn ang="T9">
                <a:pos x="T2" y="T3"/>
              </a:cxn>
              <a:cxn ang="T10">
                <a:pos x="T4" y="T5"/>
              </a:cxn>
              <a:cxn ang="T11">
                <a:pos x="T6" y="T7"/>
              </a:cxn>
            </a:cxnLst>
            <a:rect l="T12" t="T13" r="T14" b="T15"/>
            <a:pathLst>
              <a:path w="3405" h="264">
                <a:moveTo>
                  <a:pt x="1" y="68"/>
                </a:moveTo>
                <a:lnTo>
                  <a:pt x="0" y="264"/>
                </a:lnTo>
                <a:lnTo>
                  <a:pt x="3405" y="264"/>
                </a:lnTo>
                <a:lnTo>
                  <a:pt x="3404"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191" name="Rectangle 39">
            <a:extLst>
              <a:ext uri="{FF2B5EF4-FFF2-40B4-BE49-F238E27FC236}">
                <a16:creationId xmlns:a16="http://schemas.microsoft.com/office/drawing/2014/main" id="{222E99C8-0EC0-5FE8-5D80-0F7F3270E0FA}"/>
              </a:ext>
            </a:extLst>
          </p:cNvPr>
          <p:cNvSpPr>
            <a:spLocks noChangeArrowheads="1"/>
          </p:cNvSpPr>
          <p:nvPr/>
        </p:nvSpPr>
        <p:spPr bwMode="auto">
          <a:xfrm>
            <a:off x="3505200" y="4600575"/>
            <a:ext cx="2324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192" name="AutoShape 40">
            <a:extLst>
              <a:ext uri="{FF2B5EF4-FFF2-40B4-BE49-F238E27FC236}">
                <a16:creationId xmlns:a16="http://schemas.microsoft.com/office/drawing/2014/main" id="{135A082B-AB3F-6D22-106F-077C1998A1EA}"/>
              </a:ext>
            </a:extLst>
          </p:cNvPr>
          <p:cNvSpPr>
            <a:spLocks noChangeArrowheads="1"/>
          </p:cNvSpPr>
          <p:nvPr/>
        </p:nvSpPr>
        <p:spPr bwMode="auto">
          <a:xfrm>
            <a:off x="5634038" y="4772025"/>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193" name="Text Box 41">
            <a:extLst>
              <a:ext uri="{FF2B5EF4-FFF2-40B4-BE49-F238E27FC236}">
                <a16:creationId xmlns:a16="http://schemas.microsoft.com/office/drawing/2014/main" id="{EC7C05AC-7BC7-3761-223E-2D8F96662B28}"/>
              </a:ext>
            </a:extLst>
          </p:cNvPr>
          <p:cNvSpPr txBox="1">
            <a:spLocks noChangeArrowheads="1"/>
          </p:cNvSpPr>
          <p:nvPr/>
        </p:nvSpPr>
        <p:spPr bwMode="auto">
          <a:xfrm>
            <a:off x="4567238" y="4606925"/>
            <a:ext cx="1857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IR</a:t>
            </a:r>
            <a:endParaRPr lang="en-US" altLang="en-US" sz="1400">
              <a:latin typeface="Times New Roman" panose="02020603050405020304" pitchFamily="18" charset="0"/>
            </a:endParaRPr>
          </a:p>
        </p:txBody>
      </p:sp>
      <p:sp>
        <p:nvSpPr>
          <p:cNvPr id="49194" name="Rectangle 42">
            <a:extLst>
              <a:ext uri="{FF2B5EF4-FFF2-40B4-BE49-F238E27FC236}">
                <a16:creationId xmlns:a16="http://schemas.microsoft.com/office/drawing/2014/main" id="{98900109-C6BC-67B6-B574-0EEE7D05C2E2}"/>
              </a:ext>
            </a:extLst>
          </p:cNvPr>
          <p:cNvSpPr>
            <a:spLocks noChangeArrowheads="1"/>
          </p:cNvSpPr>
          <p:nvPr/>
        </p:nvSpPr>
        <p:spPr bwMode="auto">
          <a:xfrm>
            <a:off x="3505200" y="4224338"/>
            <a:ext cx="1209675"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195" name="Text Box 43">
            <a:extLst>
              <a:ext uri="{FF2B5EF4-FFF2-40B4-BE49-F238E27FC236}">
                <a16:creationId xmlns:a16="http://schemas.microsoft.com/office/drawing/2014/main" id="{D1517BB4-EEC1-43DF-5D95-05449F781959}"/>
              </a:ext>
            </a:extLst>
          </p:cNvPr>
          <p:cNvSpPr txBox="1">
            <a:spLocks noChangeArrowheads="1"/>
          </p:cNvSpPr>
          <p:nvPr/>
        </p:nvSpPr>
        <p:spPr bwMode="auto">
          <a:xfrm>
            <a:off x="3935413" y="4230688"/>
            <a:ext cx="4127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INPR</a:t>
            </a:r>
            <a:endParaRPr lang="en-US" altLang="en-US" sz="1400">
              <a:latin typeface="Times New Roman" panose="02020603050405020304" pitchFamily="18" charset="0"/>
            </a:endParaRPr>
          </a:p>
        </p:txBody>
      </p:sp>
      <p:sp>
        <p:nvSpPr>
          <p:cNvPr id="49196" name="Line 44">
            <a:extLst>
              <a:ext uri="{FF2B5EF4-FFF2-40B4-BE49-F238E27FC236}">
                <a16:creationId xmlns:a16="http://schemas.microsoft.com/office/drawing/2014/main" id="{89936FB6-9D5B-8F4E-85A8-767956E0FD44}"/>
              </a:ext>
            </a:extLst>
          </p:cNvPr>
          <p:cNvSpPr>
            <a:spLocks noChangeShapeType="1"/>
          </p:cNvSpPr>
          <p:nvPr/>
        </p:nvSpPr>
        <p:spPr bwMode="auto">
          <a:xfrm>
            <a:off x="3686175" y="37941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97" name="Text Box 45">
            <a:extLst>
              <a:ext uri="{FF2B5EF4-FFF2-40B4-BE49-F238E27FC236}">
                <a16:creationId xmlns:a16="http://schemas.microsoft.com/office/drawing/2014/main" id="{3D24B387-0056-4A1A-7C19-8186F8316046}"/>
              </a:ext>
            </a:extLst>
          </p:cNvPr>
          <p:cNvSpPr txBox="1">
            <a:spLocks noChangeArrowheads="1"/>
          </p:cNvSpPr>
          <p:nvPr/>
        </p:nvSpPr>
        <p:spPr bwMode="auto">
          <a:xfrm>
            <a:off x="3557588" y="3848100"/>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198" name="Line 46">
            <a:extLst>
              <a:ext uri="{FF2B5EF4-FFF2-40B4-BE49-F238E27FC236}">
                <a16:creationId xmlns:a16="http://schemas.microsoft.com/office/drawing/2014/main" id="{1A0C4332-8BAA-81BC-529A-984D9B121043}"/>
              </a:ext>
            </a:extLst>
          </p:cNvPr>
          <p:cNvSpPr>
            <a:spLocks noChangeShapeType="1"/>
          </p:cNvSpPr>
          <p:nvPr/>
        </p:nvSpPr>
        <p:spPr bwMode="auto">
          <a:xfrm>
            <a:off x="4343400" y="38036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99" name="Text Box 47">
            <a:extLst>
              <a:ext uri="{FF2B5EF4-FFF2-40B4-BE49-F238E27FC236}">
                <a16:creationId xmlns:a16="http://schemas.microsoft.com/office/drawing/2014/main" id="{4804F599-BF09-4A9A-7B1D-C031B245B03C}"/>
              </a:ext>
            </a:extLst>
          </p:cNvPr>
          <p:cNvSpPr txBox="1">
            <a:spLocks noChangeArrowheads="1"/>
          </p:cNvSpPr>
          <p:nvPr/>
        </p:nvSpPr>
        <p:spPr bwMode="auto">
          <a:xfrm>
            <a:off x="4214813" y="3857625"/>
            <a:ext cx="3254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49200" name="Line 48">
            <a:extLst>
              <a:ext uri="{FF2B5EF4-FFF2-40B4-BE49-F238E27FC236}">
                <a16:creationId xmlns:a16="http://schemas.microsoft.com/office/drawing/2014/main" id="{9904435B-E4E8-34C6-9644-6A313A9D88EB}"/>
              </a:ext>
            </a:extLst>
          </p:cNvPr>
          <p:cNvSpPr>
            <a:spLocks noChangeShapeType="1"/>
          </p:cNvSpPr>
          <p:nvPr/>
        </p:nvSpPr>
        <p:spPr bwMode="auto">
          <a:xfrm>
            <a:off x="5005388" y="37941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01" name="Text Box 49">
            <a:extLst>
              <a:ext uri="{FF2B5EF4-FFF2-40B4-BE49-F238E27FC236}">
                <a16:creationId xmlns:a16="http://schemas.microsoft.com/office/drawing/2014/main" id="{FC0237E9-F1D3-0906-1DAD-540FD89AD66B}"/>
              </a:ext>
            </a:extLst>
          </p:cNvPr>
          <p:cNvSpPr txBox="1">
            <a:spLocks noChangeArrowheads="1"/>
          </p:cNvSpPr>
          <p:nvPr/>
        </p:nvSpPr>
        <p:spPr bwMode="auto">
          <a:xfrm>
            <a:off x="4876800" y="3848100"/>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49202" name="Freeform 50">
            <a:extLst>
              <a:ext uri="{FF2B5EF4-FFF2-40B4-BE49-F238E27FC236}">
                <a16:creationId xmlns:a16="http://schemas.microsoft.com/office/drawing/2014/main" id="{F211A119-BA15-E4B9-1050-0BDAD257AA3D}"/>
              </a:ext>
            </a:extLst>
          </p:cNvPr>
          <p:cNvSpPr>
            <a:spLocks/>
          </p:cNvSpPr>
          <p:nvPr/>
        </p:nvSpPr>
        <p:spPr bwMode="auto">
          <a:xfrm>
            <a:off x="5676900" y="3781425"/>
            <a:ext cx="642938" cy="147638"/>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03" name="Line 51">
            <a:extLst>
              <a:ext uri="{FF2B5EF4-FFF2-40B4-BE49-F238E27FC236}">
                <a16:creationId xmlns:a16="http://schemas.microsoft.com/office/drawing/2014/main" id="{128B1708-AD81-9434-477B-615A8CF82E4F}"/>
              </a:ext>
            </a:extLst>
          </p:cNvPr>
          <p:cNvSpPr>
            <a:spLocks noChangeShapeType="1"/>
          </p:cNvSpPr>
          <p:nvPr/>
        </p:nvSpPr>
        <p:spPr bwMode="auto">
          <a:xfrm>
            <a:off x="3686175" y="30448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04" name="Text Box 52">
            <a:extLst>
              <a:ext uri="{FF2B5EF4-FFF2-40B4-BE49-F238E27FC236}">
                <a16:creationId xmlns:a16="http://schemas.microsoft.com/office/drawing/2014/main" id="{49226954-9C24-9F98-E929-4ABAE76CDCC3}"/>
              </a:ext>
            </a:extLst>
          </p:cNvPr>
          <p:cNvSpPr txBox="1">
            <a:spLocks noChangeArrowheads="1"/>
          </p:cNvSpPr>
          <p:nvPr/>
        </p:nvSpPr>
        <p:spPr bwMode="auto">
          <a:xfrm>
            <a:off x="3557588" y="3100388"/>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205" name="Line 53">
            <a:extLst>
              <a:ext uri="{FF2B5EF4-FFF2-40B4-BE49-F238E27FC236}">
                <a16:creationId xmlns:a16="http://schemas.microsoft.com/office/drawing/2014/main" id="{B6899559-81DF-5106-C99D-7809AADD5E9C}"/>
              </a:ext>
            </a:extLst>
          </p:cNvPr>
          <p:cNvSpPr>
            <a:spLocks noChangeShapeType="1"/>
          </p:cNvSpPr>
          <p:nvPr/>
        </p:nvSpPr>
        <p:spPr bwMode="auto">
          <a:xfrm>
            <a:off x="4343400" y="30543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06" name="Text Box 54">
            <a:extLst>
              <a:ext uri="{FF2B5EF4-FFF2-40B4-BE49-F238E27FC236}">
                <a16:creationId xmlns:a16="http://schemas.microsoft.com/office/drawing/2014/main" id="{AF5F57B7-C929-43F8-6418-E258BE4DE0F8}"/>
              </a:ext>
            </a:extLst>
          </p:cNvPr>
          <p:cNvSpPr txBox="1">
            <a:spLocks noChangeArrowheads="1"/>
          </p:cNvSpPr>
          <p:nvPr/>
        </p:nvSpPr>
        <p:spPr bwMode="auto">
          <a:xfrm>
            <a:off x="4214813" y="3109913"/>
            <a:ext cx="3254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49207" name="Line 55">
            <a:extLst>
              <a:ext uri="{FF2B5EF4-FFF2-40B4-BE49-F238E27FC236}">
                <a16:creationId xmlns:a16="http://schemas.microsoft.com/office/drawing/2014/main" id="{16DC64B1-8889-63B0-C180-0876BDAB0E8D}"/>
              </a:ext>
            </a:extLst>
          </p:cNvPr>
          <p:cNvSpPr>
            <a:spLocks noChangeShapeType="1"/>
          </p:cNvSpPr>
          <p:nvPr/>
        </p:nvSpPr>
        <p:spPr bwMode="auto">
          <a:xfrm>
            <a:off x="5005388" y="30448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08" name="Text Box 56">
            <a:extLst>
              <a:ext uri="{FF2B5EF4-FFF2-40B4-BE49-F238E27FC236}">
                <a16:creationId xmlns:a16="http://schemas.microsoft.com/office/drawing/2014/main" id="{13C544C4-7FE6-2071-1F8F-FC0A247051BE}"/>
              </a:ext>
            </a:extLst>
          </p:cNvPr>
          <p:cNvSpPr txBox="1">
            <a:spLocks noChangeArrowheads="1"/>
          </p:cNvSpPr>
          <p:nvPr/>
        </p:nvSpPr>
        <p:spPr bwMode="auto">
          <a:xfrm>
            <a:off x="4876800" y="3100388"/>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49209" name="Freeform 57">
            <a:extLst>
              <a:ext uri="{FF2B5EF4-FFF2-40B4-BE49-F238E27FC236}">
                <a16:creationId xmlns:a16="http://schemas.microsoft.com/office/drawing/2014/main" id="{36BAE439-2DA6-00FD-FCA0-EC7E604111EC}"/>
              </a:ext>
            </a:extLst>
          </p:cNvPr>
          <p:cNvSpPr>
            <a:spLocks/>
          </p:cNvSpPr>
          <p:nvPr/>
        </p:nvSpPr>
        <p:spPr bwMode="auto">
          <a:xfrm>
            <a:off x="5676900" y="3033713"/>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10" name="Line 58">
            <a:extLst>
              <a:ext uri="{FF2B5EF4-FFF2-40B4-BE49-F238E27FC236}">
                <a16:creationId xmlns:a16="http://schemas.microsoft.com/office/drawing/2014/main" id="{E99B07A7-BB64-0793-4D9B-D57BB12ABC86}"/>
              </a:ext>
            </a:extLst>
          </p:cNvPr>
          <p:cNvSpPr>
            <a:spLocks noChangeShapeType="1"/>
          </p:cNvSpPr>
          <p:nvPr/>
        </p:nvSpPr>
        <p:spPr bwMode="auto">
          <a:xfrm>
            <a:off x="4052888" y="24796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11" name="Text Box 59">
            <a:extLst>
              <a:ext uri="{FF2B5EF4-FFF2-40B4-BE49-F238E27FC236}">
                <a16:creationId xmlns:a16="http://schemas.microsoft.com/office/drawing/2014/main" id="{247FB0DF-9FE5-C4DB-B055-E78240DFC917}"/>
              </a:ext>
            </a:extLst>
          </p:cNvPr>
          <p:cNvSpPr txBox="1">
            <a:spLocks noChangeArrowheads="1"/>
          </p:cNvSpPr>
          <p:nvPr/>
        </p:nvSpPr>
        <p:spPr bwMode="auto">
          <a:xfrm>
            <a:off x="3924300" y="2524125"/>
            <a:ext cx="25558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212" name="Line 60">
            <a:extLst>
              <a:ext uri="{FF2B5EF4-FFF2-40B4-BE49-F238E27FC236}">
                <a16:creationId xmlns:a16="http://schemas.microsoft.com/office/drawing/2014/main" id="{7D7047B2-D954-02FA-00B3-92731312B574}"/>
              </a:ext>
            </a:extLst>
          </p:cNvPr>
          <p:cNvSpPr>
            <a:spLocks noChangeShapeType="1"/>
          </p:cNvSpPr>
          <p:nvPr/>
        </p:nvSpPr>
        <p:spPr bwMode="auto">
          <a:xfrm>
            <a:off x="4595813" y="24828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13" name="Text Box 61">
            <a:extLst>
              <a:ext uri="{FF2B5EF4-FFF2-40B4-BE49-F238E27FC236}">
                <a16:creationId xmlns:a16="http://schemas.microsoft.com/office/drawing/2014/main" id="{4FCBAEEC-CCBB-B900-7FC0-D1FF7142EF81}"/>
              </a:ext>
            </a:extLst>
          </p:cNvPr>
          <p:cNvSpPr txBox="1">
            <a:spLocks noChangeArrowheads="1"/>
          </p:cNvSpPr>
          <p:nvPr/>
        </p:nvSpPr>
        <p:spPr bwMode="auto">
          <a:xfrm>
            <a:off x="4467225" y="2527300"/>
            <a:ext cx="3254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49214" name="Line 62">
            <a:extLst>
              <a:ext uri="{FF2B5EF4-FFF2-40B4-BE49-F238E27FC236}">
                <a16:creationId xmlns:a16="http://schemas.microsoft.com/office/drawing/2014/main" id="{5008E941-46EB-ABD9-08FF-09D9563A3679}"/>
              </a:ext>
            </a:extLst>
          </p:cNvPr>
          <p:cNvSpPr>
            <a:spLocks noChangeShapeType="1"/>
          </p:cNvSpPr>
          <p:nvPr/>
        </p:nvSpPr>
        <p:spPr bwMode="auto">
          <a:xfrm>
            <a:off x="5119688" y="24733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15" name="Text Box 63">
            <a:extLst>
              <a:ext uri="{FF2B5EF4-FFF2-40B4-BE49-F238E27FC236}">
                <a16:creationId xmlns:a16="http://schemas.microsoft.com/office/drawing/2014/main" id="{FBF4848D-96BE-8504-C578-51D4AE483FC1}"/>
              </a:ext>
            </a:extLst>
          </p:cNvPr>
          <p:cNvSpPr txBox="1">
            <a:spLocks noChangeArrowheads="1"/>
          </p:cNvSpPr>
          <p:nvPr/>
        </p:nvSpPr>
        <p:spPr bwMode="auto">
          <a:xfrm>
            <a:off x="4991100" y="2517775"/>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49216" name="Freeform 64">
            <a:extLst>
              <a:ext uri="{FF2B5EF4-FFF2-40B4-BE49-F238E27FC236}">
                <a16:creationId xmlns:a16="http://schemas.microsoft.com/office/drawing/2014/main" id="{7DF3607E-0426-D79E-87E4-B24BB717D7D2}"/>
              </a:ext>
            </a:extLst>
          </p:cNvPr>
          <p:cNvSpPr>
            <a:spLocks/>
          </p:cNvSpPr>
          <p:nvPr/>
        </p:nvSpPr>
        <p:spPr bwMode="auto">
          <a:xfrm>
            <a:off x="5676900" y="2457450"/>
            <a:ext cx="642938" cy="147638"/>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17" name="Line 65">
            <a:extLst>
              <a:ext uri="{FF2B5EF4-FFF2-40B4-BE49-F238E27FC236}">
                <a16:creationId xmlns:a16="http://schemas.microsoft.com/office/drawing/2014/main" id="{357D78A5-D525-D2A5-ED94-CBE06A9089C1}"/>
              </a:ext>
            </a:extLst>
          </p:cNvPr>
          <p:cNvSpPr>
            <a:spLocks noChangeShapeType="1"/>
          </p:cNvSpPr>
          <p:nvPr/>
        </p:nvSpPr>
        <p:spPr bwMode="auto">
          <a:xfrm>
            <a:off x="4052888" y="19145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18" name="Text Box 66">
            <a:extLst>
              <a:ext uri="{FF2B5EF4-FFF2-40B4-BE49-F238E27FC236}">
                <a16:creationId xmlns:a16="http://schemas.microsoft.com/office/drawing/2014/main" id="{10C5F352-3886-3542-6B9E-8625C8880BE5}"/>
              </a:ext>
            </a:extLst>
          </p:cNvPr>
          <p:cNvSpPr txBox="1">
            <a:spLocks noChangeArrowheads="1"/>
          </p:cNvSpPr>
          <p:nvPr/>
        </p:nvSpPr>
        <p:spPr bwMode="auto">
          <a:xfrm>
            <a:off x="3924300" y="1957388"/>
            <a:ext cx="25558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219" name="Line 67">
            <a:extLst>
              <a:ext uri="{FF2B5EF4-FFF2-40B4-BE49-F238E27FC236}">
                <a16:creationId xmlns:a16="http://schemas.microsoft.com/office/drawing/2014/main" id="{0FB32820-6FFF-2EBE-CB14-BD01F437EF3A}"/>
              </a:ext>
            </a:extLst>
          </p:cNvPr>
          <p:cNvSpPr>
            <a:spLocks noChangeShapeType="1"/>
          </p:cNvSpPr>
          <p:nvPr/>
        </p:nvSpPr>
        <p:spPr bwMode="auto">
          <a:xfrm>
            <a:off x="4595813" y="19177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20" name="Text Box 68">
            <a:extLst>
              <a:ext uri="{FF2B5EF4-FFF2-40B4-BE49-F238E27FC236}">
                <a16:creationId xmlns:a16="http://schemas.microsoft.com/office/drawing/2014/main" id="{33B9AB5A-CA63-1377-F001-7301D574D879}"/>
              </a:ext>
            </a:extLst>
          </p:cNvPr>
          <p:cNvSpPr txBox="1">
            <a:spLocks noChangeArrowheads="1"/>
          </p:cNvSpPr>
          <p:nvPr/>
        </p:nvSpPr>
        <p:spPr bwMode="auto">
          <a:xfrm>
            <a:off x="4467225" y="1960563"/>
            <a:ext cx="3254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49221" name="Line 69">
            <a:extLst>
              <a:ext uri="{FF2B5EF4-FFF2-40B4-BE49-F238E27FC236}">
                <a16:creationId xmlns:a16="http://schemas.microsoft.com/office/drawing/2014/main" id="{A4AA46DB-86BB-0EDB-2415-E5F7893325B5}"/>
              </a:ext>
            </a:extLst>
          </p:cNvPr>
          <p:cNvSpPr>
            <a:spLocks noChangeShapeType="1"/>
          </p:cNvSpPr>
          <p:nvPr/>
        </p:nvSpPr>
        <p:spPr bwMode="auto">
          <a:xfrm>
            <a:off x="5119688" y="19081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22" name="Text Box 70">
            <a:extLst>
              <a:ext uri="{FF2B5EF4-FFF2-40B4-BE49-F238E27FC236}">
                <a16:creationId xmlns:a16="http://schemas.microsoft.com/office/drawing/2014/main" id="{A5E4AC5B-29B6-0E93-F4D9-3582366DFA58}"/>
              </a:ext>
            </a:extLst>
          </p:cNvPr>
          <p:cNvSpPr txBox="1">
            <a:spLocks noChangeArrowheads="1"/>
          </p:cNvSpPr>
          <p:nvPr/>
        </p:nvSpPr>
        <p:spPr bwMode="auto">
          <a:xfrm>
            <a:off x="4991100" y="1951038"/>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49223" name="Freeform 71">
            <a:extLst>
              <a:ext uri="{FF2B5EF4-FFF2-40B4-BE49-F238E27FC236}">
                <a16:creationId xmlns:a16="http://schemas.microsoft.com/office/drawing/2014/main" id="{804824F4-2FDC-EA07-60A2-27C92D5181A1}"/>
              </a:ext>
            </a:extLst>
          </p:cNvPr>
          <p:cNvSpPr>
            <a:spLocks/>
          </p:cNvSpPr>
          <p:nvPr/>
        </p:nvSpPr>
        <p:spPr bwMode="auto">
          <a:xfrm>
            <a:off x="5676900" y="1890713"/>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24" name="Line 72">
            <a:extLst>
              <a:ext uri="{FF2B5EF4-FFF2-40B4-BE49-F238E27FC236}">
                <a16:creationId xmlns:a16="http://schemas.microsoft.com/office/drawing/2014/main" id="{A660D84B-71C9-DC84-5D44-DFFAFB3A9AAA}"/>
              </a:ext>
            </a:extLst>
          </p:cNvPr>
          <p:cNvSpPr>
            <a:spLocks noChangeShapeType="1"/>
          </p:cNvSpPr>
          <p:nvPr/>
        </p:nvSpPr>
        <p:spPr bwMode="auto">
          <a:xfrm>
            <a:off x="4114800" y="1309688"/>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25" name="Text Box 73">
            <a:extLst>
              <a:ext uri="{FF2B5EF4-FFF2-40B4-BE49-F238E27FC236}">
                <a16:creationId xmlns:a16="http://schemas.microsoft.com/office/drawing/2014/main" id="{9C698804-5233-F5E2-A604-217901AD7E1C}"/>
              </a:ext>
            </a:extLst>
          </p:cNvPr>
          <p:cNvSpPr txBox="1">
            <a:spLocks noChangeArrowheads="1"/>
          </p:cNvSpPr>
          <p:nvPr/>
        </p:nvSpPr>
        <p:spPr bwMode="auto">
          <a:xfrm>
            <a:off x="3822700" y="1398588"/>
            <a:ext cx="5810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latin typeface="Times New Roman" panose="02020603050405020304" pitchFamily="18" charset="0"/>
              </a:rPr>
              <a:t>WRITE</a:t>
            </a:r>
          </a:p>
        </p:txBody>
      </p:sp>
      <p:sp>
        <p:nvSpPr>
          <p:cNvPr id="49226" name="Text Box 74">
            <a:extLst>
              <a:ext uri="{FF2B5EF4-FFF2-40B4-BE49-F238E27FC236}">
                <a16:creationId xmlns:a16="http://schemas.microsoft.com/office/drawing/2014/main" id="{25A51A75-79AE-375F-8ECB-80A1D8596BF5}"/>
              </a:ext>
            </a:extLst>
          </p:cNvPr>
          <p:cNvSpPr txBox="1">
            <a:spLocks noChangeArrowheads="1"/>
          </p:cNvSpPr>
          <p:nvPr/>
        </p:nvSpPr>
        <p:spPr bwMode="auto">
          <a:xfrm>
            <a:off x="6053138" y="1233488"/>
            <a:ext cx="436562"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000">
                <a:latin typeface="Times New Roman" panose="02020603050405020304" pitchFamily="18" charset="0"/>
              </a:rPr>
              <a:t>Address</a:t>
            </a:r>
            <a:endParaRPr lang="en-US" altLang="en-US" sz="1400">
              <a:latin typeface="Times New Roman" panose="02020603050405020304" pitchFamily="18" charset="0"/>
            </a:endParaRPr>
          </a:p>
        </p:txBody>
      </p:sp>
      <p:sp>
        <p:nvSpPr>
          <p:cNvPr id="49227" name="Line 75">
            <a:extLst>
              <a:ext uri="{FF2B5EF4-FFF2-40B4-BE49-F238E27FC236}">
                <a16:creationId xmlns:a16="http://schemas.microsoft.com/office/drawing/2014/main" id="{85565246-2978-0C15-C678-1A956F0640DE}"/>
              </a:ext>
            </a:extLst>
          </p:cNvPr>
          <p:cNvSpPr>
            <a:spLocks noChangeShapeType="1"/>
          </p:cNvSpPr>
          <p:nvPr/>
        </p:nvSpPr>
        <p:spPr bwMode="auto">
          <a:xfrm>
            <a:off x="6324600" y="2025650"/>
            <a:ext cx="0" cy="4060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28" name="Line 76">
            <a:extLst>
              <a:ext uri="{FF2B5EF4-FFF2-40B4-BE49-F238E27FC236}">
                <a16:creationId xmlns:a16="http://schemas.microsoft.com/office/drawing/2014/main" id="{646D5590-C271-CD64-EB1D-838E93CD7C0C}"/>
              </a:ext>
            </a:extLst>
          </p:cNvPr>
          <p:cNvSpPr>
            <a:spLocks noChangeShapeType="1"/>
          </p:cNvSpPr>
          <p:nvPr/>
        </p:nvSpPr>
        <p:spPr bwMode="auto">
          <a:xfrm>
            <a:off x="5816600" y="1752600"/>
            <a:ext cx="20383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29" name="Line 77">
            <a:extLst>
              <a:ext uri="{FF2B5EF4-FFF2-40B4-BE49-F238E27FC236}">
                <a16:creationId xmlns:a16="http://schemas.microsoft.com/office/drawing/2014/main" id="{83609240-A4C0-F804-4823-3379B0728302}"/>
              </a:ext>
            </a:extLst>
          </p:cNvPr>
          <p:cNvSpPr>
            <a:spLocks noChangeShapeType="1"/>
          </p:cNvSpPr>
          <p:nvPr/>
        </p:nvSpPr>
        <p:spPr bwMode="auto">
          <a:xfrm>
            <a:off x="5816600" y="2362200"/>
            <a:ext cx="20383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30" name="Line 78">
            <a:extLst>
              <a:ext uri="{FF2B5EF4-FFF2-40B4-BE49-F238E27FC236}">
                <a16:creationId xmlns:a16="http://schemas.microsoft.com/office/drawing/2014/main" id="{1483976A-C169-D60B-F66B-35A8282CDD52}"/>
              </a:ext>
            </a:extLst>
          </p:cNvPr>
          <p:cNvSpPr>
            <a:spLocks noChangeShapeType="1"/>
          </p:cNvSpPr>
          <p:nvPr/>
        </p:nvSpPr>
        <p:spPr bwMode="auto">
          <a:xfrm>
            <a:off x="5816600" y="2921000"/>
            <a:ext cx="20383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31" name="Rectangle 79">
            <a:extLst>
              <a:ext uri="{FF2B5EF4-FFF2-40B4-BE49-F238E27FC236}">
                <a16:creationId xmlns:a16="http://schemas.microsoft.com/office/drawing/2014/main" id="{B3264CA1-DFB0-D92B-0F09-0E8598131136}"/>
              </a:ext>
            </a:extLst>
          </p:cNvPr>
          <p:cNvSpPr>
            <a:spLocks noChangeArrowheads="1"/>
          </p:cNvSpPr>
          <p:nvPr/>
        </p:nvSpPr>
        <p:spPr bwMode="auto">
          <a:xfrm>
            <a:off x="1892300" y="3492500"/>
            <a:ext cx="847725" cy="371475"/>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32" name="Text Box 80">
            <a:extLst>
              <a:ext uri="{FF2B5EF4-FFF2-40B4-BE49-F238E27FC236}">
                <a16:creationId xmlns:a16="http://schemas.microsoft.com/office/drawing/2014/main" id="{A47AE621-2ED1-0115-FF64-0CCE246F1C0D}"/>
              </a:ext>
            </a:extLst>
          </p:cNvPr>
          <p:cNvSpPr txBox="1">
            <a:spLocks noChangeArrowheads="1"/>
          </p:cNvSpPr>
          <p:nvPr/>
        </p:nvSpPr>
        <p:spPr bwMode="auto">
          <a:xfrm>
            <a:off x="2051050" y="3489325"/>
            <a:ext cx="5238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200" i="1">
                <a:latin typeface="Times New Roman" panose="02020603050405020304" pitchFamily="18" charset="0"/>
              </a:rPr>
              <a:t>Adder </a:t>
            </a:r>
          </a:p>
          <a:p>
            <a:pPr algn="ctr">
              <a:spcBef>
                <a:spcPct val="0"/>
              </a:spcBef>
              <a:buFontTx/>
              <a:buNone/>
            </a:pPr>
            <a:r>
              <a:rPr lang="en-US" altLang="en-US" sz="1200" i="1">
                <a:latin typeface="Times New Roman" panose="02020603050405020304" pitchFamily="18" charset="0"/>
              </a:rPr>
              <a:t>&amp; Logic</a:t>
            </a:r>
            <a:endParaRPr lang="en-US" altLang="en-US" sz="1400">
              <a:latin typeface="Times New Roman" panose="02020603050405020304" pitchFamily="18" charset="0"/>
            </a:endParaRPr>
          </a:p>
        </p:txBody>
      </p:sp>
      <p:sp>
        <p:nvSpPr>
          <p:cNvPr id="49233" name="Rectangle 81">
            <a:extLst>
              <a:ext uri="{FF2B5EF4-FFF2-40B4-BE49-F238E27FC236}">
                <a16:creationId xmlns:a16="http://schemas.microsoft.com/office/drawing/2014/main" id="{B4F7AA5B-9FAB-A14C-D22E-58C9EC2757A6}"/>
              </a:ext>
            </a:extLst>
          </p:cNvPr>
          <p:cNvSpPr>
            <a:spLocks noChangeArrowheads="1"/>
          </p:cNvSpPr>
          <p:nvPr/>
        </p:nvSpPr>
        <p:spPr bwMode="auto">
          <a:xfrm>
            <a:off x="3048000" y="3448050"/>
            <a:ext cx="288925" cy="144463"/>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34" name="Text Box 82">
            <a:extLst>
              <a:ext uri="{FF2B5EF4-FFF2-40B4-BE49-F238E27FC236}">
                <a16:creationId xmlns:a16="http://schemas.microsoft.com/office/drawing/2014/main" id="{E4CF19A9-E4FF-B2AC-53B6-9EA9F20ECB63}"/>
              </a:ext>
            </a:extLst>
          </p:cNvPr>
          <p:cNvSpPr txBox="1">
            <a:spLocks noChangeArrowheads="1"/>
          </p:cNvSpPr>
          <p:nvPr/>
        </p:nvSpPr>
        <p:spPr bwMode="auto">
          <a:xfrm>
            <a:off x="3132138" y="3429000"/>
            <a:ext cx="112712"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200" i="1">
                <a:latin typeface="Times New Roman" panose="02020603050405020304" pitchFamily="18" charset="0"/>
              </a:rPr>
              <a:t>E</a:t>
            </a:r>
            <a:endParaRPr lang="en-US" altLang="en-US" sz="1400">
              <a:latin typeface="Times New Roman" panose="02020603050405020304" pitchFamily="18" charset="0"/>
            </a:endParaRPr>
          </a:p>
        </p:txBody>
      </p:sp>
      <p:sp>
        <p:nvSpPr>
          <p:cNvPr id="49235" name="Line 83">
            <a:extLst>
              <a:ext uri="{FF2B5EF4-FFF2-40B4-BE49-F238E27FC236}">
                <a16:creationId xmlns:a16="http://schemas.microsoft.com/office/drawing/2014/main" id="{EC14AD67-0E7B-B692-4AEE-CB64607883AC}"/>
              </a:ext>
            </a:extLst>
          </p:cNvPr>
          <p:cNvSpPr>
            <a:spLocks noChangeShapeType="1"/>
          </p:cNvSpPr>
          <p:nvPr/>
        </p:nvSpPr>
        <p:spPr bwMode="auto">
          <a:xfrm>
            <a:off x="1608138" y="3781425"/>
            <a:ext cx="2857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36" name="Line 84">
            <a:extLst>
              <a:ext uri="{FF2B5EF4-FFF2-40B4-BE49-F238E27FC236}">
                <a16:creationId xmlns:a16="http://schemas.microsoft.com/office/drawing/2014/main" id="{3A95ACE4-EE27-FA2A-BAD2-A54F117FC56E}"/>
              </a:ext>
            </a:extLst>
          </p:cNvPr>
          <p:cNvSpPr>
            <a:spLocks noChangeShapeType="1"/>
          </p:cNvSpPr>
          <p:nvPr/>
        </p:nvSpPr>
        <p:spPr bwMode="auto">
          <a:xfrm>
            <a:off x="1436688" y="3657600"/>
            <a:ext cx="452437"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37" name="Line 85">
            <a:extLst>
              <a:ext uri="{FF2B5EF4-FFF2-40B4-BE49-F238E27FC236}">
                <a16:creationId xmlns:a16="http://schemas.microsoft.com/office/drawing/2014/main" id="{689E021B-6A3F-6CF9-2181-BDB2FDE083C5}"/>
              </a:ext>
            </a:extLst>
          </p:cNvPr>
          <p:cNvSpPr>
            <a:spLocks noChangeShapeType="1"/>
          </p:cNvSpPr>
          <p:nvPr/>
        </p:nvSpPr>
        <p:spPr bwMode="auto">
          <a:xfrm>
            <a:off x="1590675" y="3556000"/>
            <a:ext cx="3048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38" name="Freeform 86">
            <a:extLst>
              <a:ext uri="{FF2B5EF4-FFF2-40B4-BE49-F238E27FC236}">
                <a16:creationId xmlns:a16="http://schemas.microsoft.com/office/drawing/2014/main" id="{BB794220-B36D-E4AD-374D-337891E68A1B}"/>
              </a:ext>
            </a:extLst>
          </p:cNvPr>
          <p:cNvSpPr>
            <a:spLocks/>
          </p:cNvSpPr>
          <p:nvPr/>
        </p:nvSpPr>
        <p:spPr bwMode="auto">
          <a:xfrm>
            <a:off x="1433513" y="3663950"/>
            <a:ext cx="2085975" cy="679450"/>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39" name="Line 87">
            <a:extLst>
              <a:ext uri="{FF2B5EF4-FFF2-40B4-BE49-F238E27FC236}">
                <a16:creationId xmlns:a16="http://schemas.microsoft.com/office/drawing/2014/main" id="{874F5D88-A0C7-771D-12F5-D857908C6B16}"/>
              </a:ext>
            </a:extLst>
          </p:cNvPr>
          <p:cNvSpPr>
            <a:spLocks noChangeShapeType="1"/>
          </p:cNvSpPr>
          <p:nvPr/>
        </p:nvSpPr>
        <p:spPr bwMode="auto">
          <a:xfrm>
            <a:off x="2743200" y="3657600"/>
            <a:ext cx="757238"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40" name="Line 88">
            <a:extLst>
              <a:ext uri="{FF2B5EF4-FFF2-40B4-BE49-F238E27FC236}">
                <a16:creationId xmlns:a16="http://schemas.microsoft.com/office/drawing/2014/main" id="{AD60E9BC-3404-02C9-E99A-EB4DA343D682}"/>
              </a:ext>
            </a:extLst>
          </p:cNvPr>
          <p:cNvSpPr>
            <a:spLocks noChangeShapeType="1"/>
          </p:cNvSpPr>
          <p:nvPr/>
        </p:nvSpPr>
        <p:spPr bwMode="auto">
          <a:xfrm>
            <a:off x="2747963" y="3533775"/>
            <a:ext cx="2984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41" name="Rectangle 89">
            <a:extLst>
              <a:ext uri="{FF2B5EF4-FFF2-40B4-BE49-F238E27FC236}">
                <a16:creationId xmlns:a16="http://schemas.microsoft.com/office/drawing/2014/main" id="{74782770-6850-CEB3-7213-AACDA275A8D9}"/>
              </a:ext>
            </a:extLst>
          </p:cNvPr>
          <p:cNvSpPr>
            <a:spLocks noChangeArrowheads="1"/>
          </p:cNvSpPr>
          <p:nvPr/>
        </p:nvSpPr>
        <p:spPr bwMode="auto">
          <a:xfrm>
            <a:off x="3505200" y="2809875"/>
            <a:ext cx="2324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42" name="AutoShape 90">
            <a:extLst>
              <a:ext uri="{FF2B5EF4-FFF2-40B4-BE49-F238E27FC236}">
                <a16:creationId xmlns:a16="http://schemas.microsoft.com/office/drawing/2014/main" id="{B3662673-1ED6-40C7-D923-B07B24FE9257}"/>
              </a:ext>
            </a:extLst>
          </p:cNvPr>
          <p:cNvSpPr>
            <a:spLocks noChangeArrowheads="1"/>
          </p:cNvSpPr>
          <p:nvPr/>
        </p:nvSpPr>
        <p:spPr bwMode="auto">
          <a:xfrm>
            <a:off x="5634038" y="2981325"/>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43" name="Text Box 91">
            <a:extLst>
              <a:ext uri="{FF2B5EF4-FFF2-40B4-BE49-F238E27FC236}">
                <a16:creationId xmlns:a16="http://schemas.microsoft.com/office/drawing/2014/main" id="{1A1998ED-7808-3DEF-F9BB-DCD879827C6D}"/>
              </a:ext>
            </a:extLst>
          </p:cNvPr>
          <p:cNvSpPr txBox="1">
            <a:spLocks noChangeArrowheads="1"/>
          </p:cNvSpPr>
          <p:nvPr/>
        </p:nvSpPr>
        <p:spPr bwMode="auto">
          <a:xfrm>
            <a:off x="4532313" y="2816225"/>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DR</a:t>
            </a:r>
            <a:endParaRPr lang="en-US" altLang="en-US" sz="1400">
              <a:latin typeface="Times New Roman" panose="02020603050405020304" pitchFamily="18" charset="0"/>
            </a:endParaRPr>
          </a:p>
        </p:txBody>
      </p:sp>
      <p:sp>
        <p:nvSpPr>
          <p:cNvPr id="49244" name="Rectangle 92">
            <a:extLst>
              <a:ext uri="{FF2B5EF4-FFF2-40B4-BE49-F238E27FC236}">
                <a16:creationId xmlns:a16="http://schemas.microsoft.com/office/drawing/2014/main" id="{6360A58E-3BD4-349E-B1AB-1AFD0B40A63C}"/>
              </a:ext>
            </a:extLst>
          </p:cNvPr>
          <p:cNvSpPr>
            <a:spLocks noChangeArrowheads="1"/>
          </p:cNvSpPr>
          <p:nvPr/>
        </p:nvSpPr>
        <p:spPr bwMode="auto">
          <a:xfrm>
            <a:off x="3886200" y="2233613"/>
            <a:ext cx="1943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45" name="AutoShape 93">
            <a:extLst>
              <a:ext uri="{FF2B5EF4-FFF2-40B4-BE49-F238E27FC236}">
                <a16:creationId xmlns:a16="http://schemas.microsoft.com/office/drawing/2014/main" id="{37E81AE7-D4C4-77A2-4EC1-374581226E47}"/>
              </a:ext>
            </a:extLst>
          </p:cNvPr>
          <p:cNvSpPr>
            <a:spLocks noChangeArrowheads="1"/>
          </p:cNvSpPr>
          <p:nvPr/>
        </p:nvSpPr>
        <p:spPr bwMode="auto">
          <a:xfrm>
            <a:off x="5645150" y="2405063"/>
            <a:ext cx="635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46" name="Text Box 94">
            <a:extLst>
              <a:ext uri="{FF2B5EF4-FFF2-40B4-BE49-F238E27FC236}">
                <a16:creationId xmlns:a16="http://schemas.microsoft.com/office/drawing/2014/main" id="{1087E411-0C98-003C-FA6D-D4BA973D79ED}"/>
              </a:ext>
            </a:extLst>
          </p:cNvPr>
          <p:cNvSpPr txBox="1">
            <a:spLocks noChangeArrowheads="1"/>
          </p:cNvSpPr>
          <p:nvPr/>
        </p:nvSpPr>
        <p:spPr bwMode="auto">
          <a:xfrm>
            <a:off x="4729163" y="2239963"/>
            <a:ext cx="24606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PC</a:t>
            </a:r>
            <a:endParaRPr lang="en-US" altLang="en-US" sz="1400">
              <a:latin typeface="Times New Roman" panose="02020603050405020304" pitchFamily="18" charset="0"/>
            </a:endParaRPr>
          </a:p>
        </p:txBody>
      </p:sp>
      <p:sp>
        <p:nvSpPr>
          <p:cNvPr id="49247" name="Rectangle 95">
            <a:extLst>
              <a:ext uri="{FF2B5EF4-FFF2-40B4-BE49-F238E27FC236}">
                <a16:creationId xmlns:a16="http://schemas.microsoft.com/office/drawing/2014/main" id="{214F5986-68F0-478E-0599-B778EC2E7767}"/>
              </a:ext>
            </a:extLst>
          </p:cNvPr>
          <p:cNvSpPr>
            <a:spLocks noChangeArrowheads="1"/>
          </p:cNvSpPr>
          <p:nvPr/>
        </p:nvSpPr>
        <p:spPr bwMode="auto">
          <a:xfrm>
            <a:off x="3886200" y="1676400"/>
            <a:ext cx="1943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48" name="AutoShape 96">
            <a:extLst>
              <a:ext uri="{FF2B5EF4-FFF2-40B4-BE49-F238E27FC236}">
                <a16:creationId xmlns:a16="http://schemas.microsoft.com/office/drawing/2014/main" id="{68F3C091-4A35-771F-A4BC-1533B46C1EF5}"/>
              </a:ext>
            </a:extLst>
          </p:cNvPr>
          <p:cNvSpPr>
            <a:spLocks noChangeArrowheads="1"/>
          </p:cNvSpPr>
          <p:nvPr/>
        </p:nvSpPr>
        <p:spPr bwMode="auto">
          <a:xfrm>
            <a:off x="5643563" y="1847850"/>
            <a:ext cx="635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49" name="Text Box 97">
            <a:extLst>
              <a:ext uri="{FF2B5EF4-FFF2-40B4-BE49-F238E27FC236}">
                <a16:creationId xmlns:a16="http://schemas.microsoft.com/office/drawing/2014/main" id="{962AD841-2A51-3B29-09AF-26399B3A168A}"/>
              </a:ext>
            </a:extLst>
          </p:cNvPr>
          <p:cNvSpPr txBox="1">
            <a:spLocks noChangeArrowheads="1"/>
          </p:cNvSpPr>
          <p:nvPr/>
        </p:nvSpPr>
        <p:spPr bwMode="auto">
          <a:xfrm>
            <a:off x="4733925" y="1682750"/>
            <a:ext cx="2349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AR</a:t>
            </a:r>
            <a:endParaRPr lang="en-US" altLang="en-US" sz="1400">
              <a:latin typeface="Times New Roman" panose="02020603050405020304" pitchFamily="18" charset="0"/>
            </a:endParaRPr>
          </a:p>
        </p:txBody>
      </p:sp>
      <p:sp>
        <p:nvSpPr>
          <p:cNvPr id="49250" name="Freeform 98">
            <a:extLst>
              <a:ext uri="{FF2B5EF4-FFF2-40B4-BE49-F238E27FC236}">
                <a16:creationId xmlns:a16="http://schemas.microsoft.com/office/drawing/2014/main" id="{FE1E37CC-448F-3C9B-F905-F23B74212A2F}"/>
              </a:ext>
            </a:extLst>
          </p:cNvPr>
          <p:cNvSpPr>
            <a:spLocks/>
          </p:cNvSpPr>
          <p:nvPr/>
        </p:nvSpPr>
        <p:spPr bwMode="auto">
          <a:xfrm>
            <a:off x="1587500" y="2924175"/>
            <a:ext cx="5424488" cy="628650"/>
          </a:xfrm>
          <a:custGeom>
            <a:avLst/>
            <a:gdLst>
              <a:gd name="T0" fmla="*/ 0 w 3409"/>
              <a:gd name="T1" fmla="*/ 2147483646 h 396"/>
              <a:gd name="T2" fmla="*/ 0 w 3409"/>
              <a:gd name="T3" fmla="*/ 2147483646 h 396"/>
              <a:gd name="T4" fmla="*/ 2147483646 w 3409"/>
              <a:gd name="T5" fmla="*/ 2147483646 h 396"/>
              <a:gd name="T6" fmla="*/ 2147483646 w 3409"/>
              <a:gd name="T7" fmla="*/ 0 h 396"/>
              <a:gd name="T8" fmla="*/ 0 60000 65536"/>
              <a:gd name="T9" fmla="*/ 0 60000 65536"/>
              <a:gd name="T10" fmla="*/ 0 60000 65536"/>
              <a:gd name="T11" fmla="*/ 0 60000 65536"/>
              <a:gd name="T12" fmla="*/ 0 w 3409"/>
              <a:gd name="T13" fmla="*/ 0 h 396"/>
              <a:gd name="T14" fmla="*/ 3409 w 3409"/>
              <a:gd name="T15" fmla="*/ 396 h 396"/>
            </a:gdLst>
            <a:ahLst/>
            <a:cxnLst>
              <a:cxn ang="T8">
                <a:pos x="T0" y="T1"/>
              </a:cxn>
              <a:cxn ang="T9">
                <a:pos x="T2" y="T3"/>
              </a:cxn>
              <a:cxn ang="T10">
                <a:pos x="T4" y="T5"/>
              </a:cxn>
              <a:cxn ang="T11">
                <a:pos x="T6" y="T7"/>
              </a:cxn>
            </a:cxnLst>
            <a:rect l="T12" t="T13" r="T14" b="T15"/>
            <a:pathLst>
              <a:path w="3409" h="396">
                <a:moveTo>
                  <a:pt x="0" y="396"/>
                </a:moveTo>
                <a:lnTo>
                  <a:pt x="0" y="264"/>
                </a:lnTo>
                <a:lnTo>
                  <a:pt x="3409" y="264"/>
                </a:lnTo>
                <a:lnTo>
                  <a:pt x="3408"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51" name="Line 99">
            <a:extLst>
              <a:ext uri="{FF2B5EF4-FFF2-40B4-BE49-F238E27FC236}">
                <a16:creationId xmlns:a16="http://schemas.microsoft.com/office/drawing/2014/main" id="{6BA82DEA-0EFB-CA07-FDB2-AF9705A996A9}"/>
              </a:ext>
            </a:extLst>
          </p:cNvPr>
          <p:cNvSpPr>
            <a:spLocks noChangeShapeType="1"/>
          </p:cNvSpPr>
          <p:nvPr/>
        </p:nvSpPr>
        <p:spPr bwMode="auto">
          <a:xfrm>
            <a:off x="5057775" y="53879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52" name="Text Box 100">
            <a:extLst>
              <a:ext uri="{FF2B5EF4-FFF2-40B4-BE49-F238E27FC236}">
                <a16:creationId xmlns:a16="http://schemas.microsoft.com/office/drawing/2014/main" id="{A968461C-E968-FD9B-E4E6-51D0CDA3306C}"/>
              </a:ext>
            </a:extLst>
          </p:cNvPr>
          <p:cNvSpPr txBox="1">
            <a:spLocks noChangeArrowheads="1"/>
          </p:cNvSpPr>
          <p:nvPr/>
        </p:nvSpPr>
        <p:spPr bwMode="auto">
          <a:xfrm>
            <a:off x="4929188" y="5476875"/>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49253" name="Line 101">
            <a:extLst>
              <a:ext uri="{FF2B5EF4-FFF2-40B4-BE49-F238E27FC236}">
                <a16:creationId xmlns:a16="http://schemas.microsoft.com/office/drawing/2014/main" id="{6F36F63A-B2E6-4512-EC79-225FA00BD47C}"/>
              </a:ext>
            </a:extLst>
          </p:cNvPr>
          <p:cNvSpPr>
            <a:spLocks noChangeShapeType="1"/>
          </p:cNvSpPr>
          <p:nvPr/>
        </p:nvSpPr>
        <p:spPr bwMode="auto">
          <a:xfrm>
            <a:off x="1143000" y="1104900"/>
            <a:ext cx="2428875"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54" name="Line 102">
            <a:extLst>
              <a:ext uri="{FF2B5EF4-FFF2-40B4-BE49-F238E27FC236}">
                <a16:creationId xmlns:a16="http://schemas.microsoft.com/office/drawing/2014/main" id="{14D8CED2-7F1E-6070-AFED-19AD775F262C}"/>
              </a:ext>
            </a:extLst>
          </p:cNvPr>
          <p:cNvSpPr>
            <a:spLocks noChangeShapeType="1"/>
          </p:cNvSpPr>
          <p:nvPr/>
        </p:nvSpPr>
        <p:spPr bwMode="auto">
          <a:xfrm>
            <a:off x="5867400" y="1104900"/>
            <a:ext cx="1981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55" name="Text Box 103">
            <a:extLst>
              <a:ext uri="{FF2B5EF4-FFF2-40B4-BE49-F238E27FC236}">
                <a16:creationId xmlns:a16="http://schemas.microsoft.com/office/drawing/2014/main" id="{5F59C782-405C-A86F-DDE8-E398F6147285}"/>
              </a:ext>
            </a:extLst>
          </p:cNvPr>
          <p:cNvSpPr txBox="1">
            <a:spLocks noChangeArrowheads="1"/>
          </p:cNvSpPr>
          <p:nvPr/>
        </p:nvSpPr>
        <p:spPr bwMode="auto">
          <a:xfrm>
            <a:off x="7908925" y="9493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7</a:t>
            </a:r>
            <a:endParaRPr lang="en-US" altLang="en-US" sz="1600">
              <a:latin typeface="Times New Roman" panose="02020603050405020304" pitchFamily="18" charset="0"/>
            </a:endParaRPr>
          </a:p>
        </p:txBody>
      </p:sp>
      <p:sp>
        <p:nvSpPr>
          <p:cNvPr id="49256" name="Text Box 104">
            <a:extLst>
              <a:ext uri="{FF2B5EF4-FFF2-40B4-BE49-F238E27FC236}">
                <a16:creationId xmlns:a16="http://schemas.microsoft.com/office/drawing/2014/main" id="{90D57064-DDE8-C762-8848-8B98FEDBD559}"/>
              </a:ext>
            </a:extLst>
          </p:cNvPr>
          <p:cNvSpPr txBox="1">
            <a:spLocks noChangeArrowheads="1"/>
          </p:cNvSpPr>
          <p:nvPr/>
        </p:nvSpPr>
        <p:spPr bwMode="auto">
          <a:xfrm>
            <a:off x="7908925" y="15970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1</a:t>
            </a:r>
            <a:endParaRPr lang="en-US" altLang="en-US" sz="1600">
              <a:latin typeface="Times New Roman" panose="02020603050405020304" pitchFamily="18" charset="0"/>
            </a:endParaRPr>
          </a:p>
        </p:txBody>
      </p:sp>
      <p:sp>
        <p:nvSpPr>
          <p:cNvPr id="49257" name="Text Box 105">
            <a:extLst>
              <a:ext uri="{FF2B5EF4-FFF2-40B4-BE49-F238E27FC236}">
                <a16:creationId xmlns:a16="http://schemas.microsoft.com/office/drawing/2014/main" id="{3E2E4D4A-07B3-535C-7831-D99359BA9D54}"/>
              </a:ext>
            </a:extLst>
          </p:cNvPr>
          <p:cNvSpPr txBox="1">
            <a:spLocks noChangeArrowheads="1"/>
          </p:cNvSpPr>
          <p:nvPr/>
        </p:nvSpPr>
        <p:spPr bwMode="auto">
          <a:xfrm>
            <a:off x="7908925" y="22066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2</a:t>
            </a:r>
            <a:endParaRPr lang="en-US" altLang="en-US" sz="1600">
              <a:latin typeface="Times New Roman" panose="02020603050405020304" pitchFamily="18" charset="0"/>
            </a:endParaRPr>
          </a:p>
        </p:txBody>
      </p:sp>
      <p:sp>
        <p:nvSpPr>
          <p:cNvPr id="49258" name="Text Box 106">
            <a:extLst>
              <a:ext uri="{FF2B5EF4-FFF2-40B4-BE49-F238E27FC236}">
                <a16:creationId xmlns:a16="http://schemas.microsoft.com/office/drawing/2014/main" id="{488A2C40-4045-2F87-30A0-A6B9451E86A6}"/>
              </a:ext>
            </a:extLst>
          </p:cNvPr>
          <p:cNvSpPr txBox="1">
            <a:spLocks noChangeArrowheads="1"/>
          </p:cNvSpPr>
          <p:nvPr/>
        </p:nvSpPr>
        <p:spPr bwMode="auto">
          <a:xfrm>
            <a:off x="7908925" y="27781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3</a:t>
            </a:r>
            <a:endParaRPr lang="en-US" altLang="en-US" sz="1600">
              <a:latin typeface="Times New Roman" panose="02020603050405020304" pitchFamily="18" charset="0"/>
            </a:endParaRPr>
          </a:p>
        </p:txBody>
      </p:sp>
      <p:sp>
        <p:nvSpPr>
          <p:cNvPr id="49259" name="Text Box 107">
            <a:extLst>
              <a:ext uri="{FF2B5EF4-FFF2-40B4-BE49-F238E27FC236}">
                <a16:creationId xmlns:a16="http://schemas.microsoft.com/office/drawing/2014/main" id="{7C99DF5A-302C-E204-7AAE-D2CEEC1922DB}"/>
              </a:ext>
            </a:extLst>
          </p:cNvPr>
          <p:cNvSpPr txBox="1">
            <a:spLocks noChangeArrowheads="1"/>
          </p:cNvSpPr>
          <p:nvPr/>
        </p:nvSpPr>
        <p:spPr bwMode="auto">
          <a:xfrm>
            <a:off x="7908925" y="3530600"/>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4</a:t>
            </a:r>
            <a:endParaRPr lang="en-US" altLang="en-US" sz="1600">
              <a:latin typeface="Times New Roman" panose="02020603050405020304" pitchFamily="18" charset="0"/>
            </a:endParaRPr>
          </a:p>
        </p:txBody>
      </p:sp>
      <p:sp>
        <p:nvSpPr>
          <p:cNvPr id="49260" name="Text Box 108">
            <a:extLst>
              <a:ext uri="{FF2B5EF4-FFF2-40B4-BE49-F238E27FC236}">
                <a16:creationId xmlns:a16="http://schemas.microsoft.com/office/drawing/2014/main" id="{D5FD0396-0AF8-9DBB-9258-58AF42F321A1}"/>
              </a:ext>
            </a:extLst>
          </p:cNvPr>
          <p:cNvSpPr txBox="1">
            <a:spLocks noChangeArrowheads="1"/>
          </p:cNvSpPr>
          <p:nvPr/>
        </p:nvSpPr>
        <p:spPr bwMode="auto">
          <a:xfrm>
            <a:off x="7908925" y="454977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5</a:t>
            </a:r>
            <a:endParaRPr lang="en-US" altLang="en-US" sz="1600">
              <a:latin typeface="Times New Roman" panose="02020603050405020304" pitchFamily="18" charset="0"/>
            </a:endParaRPr>
          </a:p>
        </p:txBody>
      </p:sp>
      <p:sp>
        <p:nvSpPr>
          <p:cNvPr id="49261" name="Text Box 109">
            <a:extLst>
              <a:ext uri="{FF2B5EF4-FFF2-40B4-BE49-F238E27FC236}">
                <a16:creationId xmlns:a16="http://schemas.microsoft.com/office/drawing/2014/main" id="{EC771C7A-2542-F921-FF06-A62599013448}"/>
              </a:ext>
            </a:extLst>
          </p:cNvPr>
          <p:cNvSpPr txBox="1">
            <a:spLocks noChangeArrowheads="1"/>
          </p:cNvSpPr>
          <p:nvPr/>
        </p:nvSpPr>
        <p:spPr bwMode="auto">
          <a:xfrm>
            <a:off x="7908925" y="515937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6</a:t>
            </a:r>
            <a:endParaRPr lang="en-US" altLang="en-US" sz="1600">
              <a:latin typeface="Times New Roman" panose="02020603050405020304" pitchFamily="18" charset="0"/>
            </a:endParaRPr>
          </a:p>
        </p:txBody>
      </p:sp>
      <p:sp>
        <p:nvSpPr>
          <p:cNvPr id="49262" name="Freeform 110">
            <a:extLst>
              <a:ext uri="{FF2B5EF4-FFF2-40B4-BE49-F238E27FC236}">
                <a16:creationId xmlns:a16="http://schemas.microsoft.com/office/drawing/2014/main" id="{473B14DA-CCC5-6463-346E-0F15DEFCE396}"/>
              </a:ext>
            </a:extLst>
          </p:cNvPr>
          <p:cNvSpPr>
            <a:spLocks/>
          </p:cNvSpPr>
          <p:nvPr/>
        </p:nvSpPr>
        <p:spPr bwMode="auto">
          <a:xfrm>
            <a:off x="5868988" y="1219200"/>
            <a:ext cx="817562" cy="533400"/>
          </a:xfrm>
          <a:custGeom>
            <a:avLst/>
            <a:gdLst>
              <a:gd name="T0" fmla="*/ 2147483646 w 515"/>
              <a:gd name="T1" fmla="*/ 2147483646 h 336"/>
              <a:gd name="T2" fmla="*/ 2147483646 w 515"/>
              <a:gd name="T3" fmla="*/ 0 h 336"/>
              <a:gd name="T4" fmla="*/ 0 w 515"/>
              <a:gd name="T5" fmla="*/ 0 h 336"/>
              <a:gd name="T6" fmla="*/ 0 60000 65536"/>
              <a:gd name="T7" fmla="*/ 0 60000 65536"/>
              <a:gd name="T8" fmla="*/ 0 60000 65536"/>
              <a:gd name="T9" fmla="*/ 0 w 515"/>
              <a:gd name="T10" fmla="*/ 0 h 336"/>
              <a:gd name="T11" fmla="*/ 515 w 515"/>
              <a:gd name="T12" fmla="*/ 336 h 336"/>
            </a:gdLst>
            <a:ahLst/>
            <a:cxnLst>
              <a:cxn ang="T6">
                <a:pos x="T0" y="T1"/>
              </a:cxn>
              <a:cxn ang="T7">
                <a:pos x="T2" y="T3"/>
              </a:cxn>
              <a:cxn ang="T8">
                <a:pos x="T4" y="T5"/>
              </a:cxn>
            </a:cxnLst>
            <a:rect l="T9" t="T10" r="T11" b="T12"/>
            <a:pathLst>
              <a:path w="515" h="336">
                <a:moveTo>
                  <a:pt x="515" y="336"/>
                </a:moveTo>
                <a:lnTo>
                  <a:pt x="515" y="0"/>
                </a:lnTo>
                <a:lnTo>
                  <a:pt x="0" y="0"/>
                </a:lnTo>
              </a:path>
            </a:pathLst>
          </a:custGeom>
          <a:noFill/>
          <a:ln w="9525">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63" name="Oval 111">
            <a:extLst>
              <a:ext uri="{FF2B5EF4-FFF2-40B4-BE49-F238E27FC236}">
                <a16:creationId xmlns:a16="http://schemas.microsoft.com/office/drawing/2014/main" id="{ECBD9140-3456-5E7B-F0C1-7FCFD9176C4D}"/>
              </a:ext>
            </a:extLst>
          </p:cNvPr>
          <p:cNvSpPr>
            <a:spLocks noChangeArrowheads="1"/>
          </p:cNvSpPr>
          <p:nvPr/>
        </p:nvSpPr>
        <p:spPr bwMode="auto">
          <a:xfrm flipH="1">
            <a:off x="6991350" y="290512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64" name="Oval 112">
            <a:extLst>
              <a:ext uri="{FF2B5EF4-FFF2-40B4-BE49-F238E27FC236}">
                <a16:creationId xmlns:a16="http://schemas.microsoft.com/office/drawing/2014/main" id="{43AB569A-770B-8C5A-F404-B1DC221D7128}"/>
              </a:ext>
            </a:extLst>
          </p:cNvPr>
          <p:cNvSpPr>
            <a:spLocks noChangeArrowheads="1"/>
          </p:cNvSpPr>
          <p:nvPr/>
        </p:nvSpPr>
        <p:spPr bwMode="auto">
          <a:xfrm flipH="1">
            <a:off x="6657975" y="173355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65" name="Oval 113">
            <a:extLst>
              <a:ext uri="{FF2B5EF4-FFF2-40B4-BE49-F238E27FC236}">
                <a16:creationId xmlns:a16="http://schemas.microsoft.com/office/drawing/2014/main" id="{675D1BC9-D551-FACB-7CC2-B270A777FDD6}"/>
              </a:ext>
            </a:extLst>
          </p:cNvPr>
          <p:cNvSpPr>
            <a:spLocks noChangeArrowheads="1"/>
          </p:cNvSpPr>
          <p:nvPr/>
        </p:nvSpPr>
        <p:spPr bwMode="auto">
          <a:xfrm flipH="1">
            <a:off x="6981825" y="366712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66" name="Oval 114">
            <a:extLst>
              <a:ext uri="{FF2B5EF4-FFF2-40B4-BE49-F238E27FC236}">
                <a16:creationId xmlns:a16="http://schemas.microsoft.com/office/drawing/2014/main" id="{AB317A0D-D909-BF1E-3BD4-E1652A824B88}"/>
              </a:ext>
            </a:extLst>
          </p:cNvPr>
          <p:cNvSpPr>
            <a:spLocks noChangeArrowheads="1"/>
          </p:cNvSpPr>
          <p:nvPr/>
        </p:nvSpPr>
        <p:spPr bwMode="auto">
          <a:xfrm flipH="1">
            <a:off x="6305550" y="390525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67" name="Oval 115">
            <a:extLst>
              <a:ext uri="{FF2B5EF4-FFF2-40B4-BE49-F238E27FC236}">
                <a16:creationId xmlns:a16="http://schemas.microsoft.com/office/drawing/2014/main" id="{864985B7-D992-D2C4-43F8-226165FF410E}"/>
              </a:ext>
            </a:extLst>
          </p:cNvPr>
          <p:cNvSpPr>
            <a:spLocks noChangeArrowheads="1"/>
          </p:cNvSpPr>
          <p:nvPr/>
        </p:nvSpPr>
        <p:spPr bwMode="auto">
          <a:xfrm flipH="1">
            <a:off x="6305550" y="316230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68" name="Oval 116">
            <a:extLst>
              <a:ext uri="{FF2B5EF4-FFF2-40B4-BE49-F238E27FC236}">
                <a16:creationId xmlns:a16="http://schemas.microsoft.com/office/drawing/2014/main" id="{92F418A5-74B6-3E82-9E2C-BADE3628BD73}"/>
              </a:ext>
            </a:extLst>
          </p:cNvPr>
          <p:cNvSpPr>
            <a:spLocks noChangeArrowheads="1"/>
          </p:cNvSpPr>
          <p:nvPr/>
        </p:nvSpPr>
        <p:spPr bwMode="auto">
          <a:xfrm flipH="1">
            <a:off x="6305550" y="258127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69" name="Oval 117">
            <a:extLst>
              <a:ext uri="{FF2B5EF4-FFF2-40B4-BE49-F238E27FC236}">
                <a16:creationId xmlns:a16="http://schemas.microsoft.com/office/drawing/2014/main" id="{BB82F5A7-6909-D664-C138-D9FE48C806AB}"/>
              </a:ext>
            </a:extLst>
          </p:cNvPr>
          <p:cNvSpPr>
            <a:spLocks noChangeArrowheads="1"/>
          </p:cNvSpPr>
          <p:nvPr/>
        </p:nvSpPr>
        <p:spPr bwMode="auto">
          <a:xfrm flipH="1">
            <a:off x="6305550" y="553402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70" name="Freeform 118">
            <a:extLst>
              <a:ext uri="{FF2B5EF4-FFF2-40B4-BE49-F238E27FC236}">
                <a16:creationId xmlns:a16="http://schemas.microsoft.com/office/drawing/2014/main" id="{890BC52E-BF43-B20A-2365-1386691DD967}"/>
              </a:ext>
            </a:extLst>
          </p:cNvPr>
          <p:cNvSpPr>
            <a:spLocks/>
          </p:cNvSpPr>
          <p:nvPr/>
        </p:nvSpPr>
        <p:spPr bwMode="auto">
          <a:xfrm>
            <a:off x="5676900" y="4852988"/>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71" name="Oval 119">
            <a:extLst>
              <a:ext uri="{FF2B5EF4-FFF2-40B4-BE49-F238E27FC236}">
                <a16:creationId xmlns:a16="http://schemas.microsoft.com/office/drawing/2014/main" id="{EC5AC5DD-324F-F548-64F3-8B5E5B6D8D6F}"/>
              </a:ext>
            </a:extLst>
          </p:cNvPr>
          <p:cNvSpPr>
            <a:spLocks noChangeArrowheads="1"/>
          </p:cNvSpPr>
          <p:nvPr/>
        </p:nvSpPr>
        <p:spPr bwMode="auto">
          <a:xfrm flipH="1">
            <a:off x="6305550" y="499110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72" name="Text Box 120">
            <a:extLst>
              <a:ext uri="{FF2B5EF4-FFF2-40B4-BE49-F238E27FC236}">
                <a16:creationId xmlns:a16="http://schemas.microsoft.com/office/drawing/2014/main" id="{6BF511AD-6AD8-4378-4C87-DCE2217A7650}"/>
              </a:ext>
            </a:extLst>
          </p:cNvPr>
          <p:cNvSpPr txBox="1">
            <a:spLocks noChangeArrowheads="1"/>
          </p:cNvSpPr>
          <p:nvPr/>
        </p:nvSpPr>
        <p:spPr bwMode="auto">
          <a:xfrm>
            <a:off x="5181600" y="6629400"/>
            <a:ext cx="3768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900" i="1">
                <a:latin typeface="Times New Roman" panose="02020603050405020304" pitchFamily="18" charset="0"/>
              </a:rPr>
              <a:t>Computer System </a:t>
            </a:r>
            <a:r>
              <a:rPr lang="en-US" altLang="en-US" sz="900">
                <a:latin typeface="Times New Roman" panose="02020603050405020304" pitchFamily="18" charset="0"/>
              </a:rPr>
              <a:t>Architecture, Mano, Copyright (C) 1993 Prentice-Hall, Inc. </a:t>
            </a:r>
          </a:p>
        </p:txBody>
      </p:sp>
      <p:sp>
        <p:nvSpPr>
          <p:cNvPr id="49273" name="Line 121">
            <a:extLst>
              <a:ext uri="{FF2B5EF4-FFF2-40B4-BE49-F238E27FC236}">
                <a16:creationId xmlns:a16="http://schemas.microsoft.com/office/drawing/2014/main" id="{C87A1766-E423-D980-7A52-B08BC7984A1F}"/>
              </a:ext>
            </a:extLst>
          </p:cNvPr>
          <p:cNvSpPr>
            <a:spLocks noChangeShapeType="1"/>
          </p:cNvSpPr>
          <p:nvPr/>
        </p:nvSpPr>
        <p:spPr bwMode="auto">
          <a:xfrm>
            <a:off x="5791200" y="3683000"/>
            <a:ext cx="2057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74" name="Rectangle 122">
            <a:extLst>
              <a:ext uri="{FF2B5EF4-FFF2-40B4-BE49-F238E27FC236}">
                <a16:creationId xmlns:a16="http://schemas.microsoft.com/office/drawing/2014/main" id="{B1607CA6-169E-8492-45B5-05ED9EACD0AB}"/>
              </a:ext>
            </a:extLst>
          </p:cNvPr>
          <p:cNvSpPr>
            <a:spLocks noChangeArrowheads="1"/>
          </p:cNvSpPr>
          <p:nvPr/>
        </p:nvSpPr>
        <p:spPr bwMode="auto">
          <a:xfrm>
            <a:off x="3505200" y="3557588"/>
            <a:ext cx="2324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75" name="AutoShape 123">
            <a:extLst>
              <a:ext uri="{FF2B5EF4-FFF2-40B4-BE49-F238E27FC236}">
                <a16:creationId xmlns:a16="http://schemas.microsoft.com/office/drawing/2014/main" id="{135A8D79-9C4E-9D2B-67BC-B66BAC22F259}"/>
              </a:ext>
            </a:extLst>
          </p:cNvPr>
          <p:cNvSpPr>
            <a:spLocks noChangeArrowheads="1"/>
          </p:cNvSpPr>
          <p:nvPr/>
        </p:nvSpPr>
        <p:spPr bwMode="auto">
          <a:xfrm>
            <a:off x="5634038" y="3729038"/>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76" name="Text Box 124">
            <a:extLst>
              <a:ext uri="{FF2B5EF4-FFF2-40B4-BE49-F238E27FC236}">
                <a16:creationId xmlns:a16="http://schemas.microsoft.com/office/drawing/2014/main" id="{D23A361A-EA8C-5162-33A6-6C94FBE8A5FA}"/>
              </a:ext>
            </a:extLst>
          </p:cNvPr>
          <p:cNvSpPr txBox="1">
            <a:spLocks noChangeArrowheads="1"/>
          </p:cNvSpPr>
          <p:nvPr/>
        </p:nvSpPr>
        <p:spPr bwMode="auto">
          <a:xfrm>
            <a:off x="4537075" y="3563938"/>
            <a:ext cx="24606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AC</a:t>
            </a:r>
            <a:endParaRPr lang="en-US" altLang="en-US" sz="1400">
              <a:latin typeface="Times New Roman" panose="02020603050405020304" pitchFamily="18" charset="0"/>
            </a:endParaRPr>
          </a:p>
        </p:txBody>
      </p:sp>
      <p:sp>
        <p:nvSpPr>
          <p:cNvPr id="49277" name="Text Box 125">
            <a:extLst>
              <a:ext uri="{FF2B5EF4-FFF2-40B4-BE49-F238E27FC236}">
                <a16:creationId xmlns:a16="http://schemas.microsoft.com/office/drawing/2014/main" id="{BDE3F282-6573-5EEB-9C2B-3CB593AC6FEF}"/>
              </a:ext>
            </a:extLst>
          </p:cNvPr>
          <p:cNvSpPr txBox="1">
            <a:spLocks noChangeArrowheads="1"/>
          </p:cNvSpPr>
          <p:nvPr/>
        </p:nvSpPr>
        <p:spPr bwMode="auto">
          <a:xfrm>
            <a:off x="304800" y="152400"/>
            <a:ext cx="52419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a:latin typeface="Times New Roman" panose="02020603050405020304" pitchFamily="18" charset="0"/>
              </a:rPr>
              <a:t>Mano’s Computer Figure 5-4</a:t>
            </a:r>
          </a:p>
        </p:txBody>
      </p:sp>
      <p:sp>
        <p:nvSpPr>
          <p:cNvPr id="49278" name="Line 126">
            <a:extLst>
              <a:ext uri="{FF2B5EF4-FFF2-40B4-BE49-F238E27FC236}">
                <a16:creationId xmlns:a16="http://schemas.microsoft.com/office/drawing/2014/main" id="{6F148108-B732-AFD7-1FC9-53EAA97BDF4F}"/>
              </a:ext>
            </a:extLst>
          </p:cNvPr>
          <p:cNvSpPr>
            <a:spLocks noChangeShapeType="1"/>
          </p:cNvSpPr>
          <p:nvPr/>
        </p:nvSpPr>
        <p:spPr bwMode="auto">
          <a:xfrm>
            <a:off x="5448300" y="1309688"/>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79" name="Text Box 127">
            <a:extLst>
              <a:ext uri="{FF2B5EF4-FFF2-40B4-BE49-F238E27FC236}">
                <a16:creationId xmlns:a16="http://schemas.microsoft.com/office/drawing/2014/main" id="{C8F587EB-6248-B896-418A-A4C4395500F4}"/>
              </a:ext>
            </a:extLst>
          </p:cNvPr>
          <p:cNvSpPr txBox="1">
            <a:spLocks noChangeArrowheads="1"/>
          </p:cNvSpPr>
          <p:nvPr/>
        </p:nvSpPr>
        <p:spPr bwMode="auto">
          <a:xfrm>
            <a:off x="5197475" y="1398588"/>
            <a:ext cx="5032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latin typeface="Times New Roman" panose="02020603050405020304" pitchFamily="18" charset="0"/>
              </a:rPr>
              <a:t>READ</a:t>
            </a:r>
          </a:p>
        </p:txBody>
      </p:sp>
      <p:sp>
        <p:nvSpPr>
          <p:cNvPr id="49280" name="Rectangle 128">
            <a:extLst>
              <a:ext uri="{FF2B5EF4-FFF2-40B4-BE49-F238E27FC236}">
                <a16:creationId xmlns:a16="http://schemas.microsoft.com/office/drawing/2014/main" id="{B6CB41DB-1D79-5CE7-F337-12962B3D6C1B}"/>
              </a:ext>
            </a:extLst>
          </p:cNvPr>
          <p:cNvSpPr>
            <a:spLocks noChangeArrowheads="1"/>
          </p:cNvSpPr>
          <p:nvPr/>
        </p:nvSpPr>
        <p:spPr bwMode="auto">
          <a:xfrm>
            <a:off x="3557588" y="857250"/>
            <a:ext cx="2295525" cy="45720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81" name="Text Box 129">
            <a:extLst>
              <a:ext uri="{FF2B5EF4-FFF2-40B4-BE49-F238E27FC236}">
                <a16:creationId xmlns:a16="http://schemas.microsoft.com/office/drawing/2014/main" id="{DDE6BCF2-2332-C516-3048-316119A1C93B}"/>
              </a:ext>
            </a:extLst>
          </p:cNvPr>
          <p:cNvSpPr txBox="1">
            <a:spLocks noChangeArrowheads="1"/>
          </p:cNvSpPr>
          <p:nvPr/>
        </p:nvSpPr>
        <p:spPr bwMode="auto">
          <a:xfrm>
            <a:off x="3851275" y="877888"/>
            <a:ext cx="1658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latin typeface="Times New Roman" panose="02020603050405020304" pitchFamily="18" charset="0"/>
              </a:rPr>
              <a:t>Memory Unit </a:t>
            </a:r>
          </a:p>
          <a:p>
            <a:pPr algn="ctr">
              <a:spcBef>
                <a:spcPct val="0"/>
              </a:spcBef>
              <a:buFontTx/>
              <a:buNone/>
            </a:pPr>
            <a:r>
              <a:rPr lang="en-US" altLang="en-US" sz="1400">
                <a:latin typeface="Times New Roman" panose="02020603050405020304" pitchFamily="18" charset="0"/>
              </a:rPr>
              <a:t>4096x16</a:t>
            </a:r>
          </a:p>
        </p:txBody>
      </p:sp>
      <p:sp>
        <p:nvSpPr>
          <p:cNvPr id="49282" name="Rectangle 130">
            <a:extLst>
              <a:ext uri="{FF2B5EF4-FFF2-40B4-BE49-F238E27FC236}">
                <a16:creationId xmlns:a16="http://schemas.microsoft.com/office/drawing/2014/main" id="{A0432F92-6FEB-00F4-F79B-AED696E63BC9}"/>
              </a:ext>
            </a:extLst>
          </p:cNvPr>
          <p:cNvSpPr>
            <a:spLocks noChangeArrowheads="1"/>
          </p:cNvSpPr>
          <p:nvPr/>
        </p:nvSpPr>
        <p:spPr bwMode="auto">
          <a:xfrm>
            <a:off x="3505200" y="5143500"/>
            <a:ext cx="2314575"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83" name="Text Box 131">
            <a:extLst>
              <a:ext uri="{FF2B5EF4-FFF2-40B4-BE49-F238E27FC236}">
                <a16:creationId xmlns:a16="http://schemas.microsoft.com/office/drawing/2014/main" id="{73DDC4BA-BB36-456A-9CA6-9CD8E24941DF}"/>
              </a:ext>
            </a:extLst>
          </p:cNvPr>
          <p:cNvSpPr txBox="1">
            <a:spLocks noChangeArrowheads="1"/>
          </p:cNvSpPr>
          <p:nvPr/>
        </p:nvSpPr>
        <p:spPr bwMode="auto">
          <a:xfrm>
            <a:off x="4548188" y="5149850"/>
            <a:ext cx="2254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TR</a:t>
            </a:r>
            <a:endParaRPr lang="en-US" altLang="en-US" sz="1400">
              <a:latin typeface="Times New Roman" panose="02020603050405020304" pitchFamily="18" charset="0"/>
            </a:endParaRPr>
          </a:p>
        </p:txBody>
      </p:sp>
      <p:sp>
        <p:nvSpPr>
          <p:cNvPr id="49284" name="AutoShape 132">
            <a:extLst>
              <a:ext uri="{FF2B5EF4-FFF2-40B4-BE49-F238E27FC236}">
                <a16:creationId xmlns:a16="http://schemas.microsoft.com/office/drawing/2014/main" id="{34F5CF8D-FFD0-8D56-AD9C-6E72847CD626}"/>
              </a:ext>
            </a:extLst>
          </p:cNvPr>
          <p:cNvSpPr>
            <a:spLocks noChangeArrowheads="1"/>
          </p:cNvSpPr>
          <p:nvPr/>
        </p:nvSpPr>
        <p:spPr bwMode="auto">
          <a:xfrm>
            <a:off x="5638800" y="5314950"/>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CF2300E1-FCA4-9E33-8E70-3BE59C68160A}"/>
              </a:ext>
            </a:extLst>
          </p:cNvPr>
          <p:cNvSpPr>
            <a:spLocks noGrp="1" noChangeArrowheads="1"/>
          </p:cNvSpPr>
          <p:nvPr>
            <p:ph type="title"/>
          </p:nvPr>
        </p:nvSpPr>
        <p:spPr/>
        <p:txBody>
          <a:bodyPr/>
          <a:lstStyle/>
          <a:p>
            <a:pPr eaLnBrk="1" hangingPunct="1"/>
            <a:r>
              <a:rPr lang="en-US" altLang="ko-KR">
                <a:solidFill>
                  <a:schemeClr val="folHlink"/>
                </a:solidFill>
                <a:ea typeface="굴림" panose="020B0600000101010101" pitchFamily="34" charset="-127"/>
              </a:rPr>
              <a:t>Common Bus System</a:t>
            </a:r>
            <a:endParaRPr lang="en-US" altLang="en-US">
              <a:solidFill>
                <a:schemeClr val="folHlink"/>
              </a:solidFill>
            </a:endParaRPr>
          </a:p>
        </p:txBody>
      </p:sp>
      <p:sp>
        <p:nvSpPr>
          <p:cNvPr id="51203" name="Rectangle 3">
            <a:extLst>
              <a:ext uri="{FF2B5EF4-FFF2-40B4-BE49-F238E27FC236}">
                <a16:creationId xmlns:a16="http://schemas.microsoft.com/office/drawing/2014/main" id="{5219F66C-C903-CA8A-204D-A2422688DC89}"/>
              </a:ext>
            </a:extLst>
          </p:cNvPr>
          <p:cNvSpPr>
            <a:spLocks noGrp="1" noChangeArrowheads="1"/>
          </p:cNvSpPr>
          <p:nvPr>
            <p:ph type="body" idx="1"/>
          </p:nvPr>
        </p:nvSpPr>
        <p:spPr/>
        <p:txBody>
          <a:bodyPr/>
          <a:lstStyle/>
          <a:p>
            <a:pPr lvl="1" eaLnBrk="1" hangingPunct="1"/>
            <a:r>
              <a:rPr lang="en-US" altLang="ko-KR" sz="2400">
                <a:ea typeface="굴림" panose="020B0600000101010101" pitchFamily="34" charset="-127"/>
              </a:rPr>
              <a:t>The connection of the registers and memory of the basic computer to a common bus system :</a:t>
            </a:r>
          </a:p>
          <a:p>
            <a:pPr eaLnBrk="1" hangingPunct="1"/>
            <a:endParaRPr lang="en-US" altLang="ko-KR" sz="2800">
              <a:ea typeface="굴림" panose="020B0600000101010101" pitchFamily="34" charset="-127"/>
            </a:endParaRPr>
          </a:p>
          <a:p>
            <a:pPr lvl="3" eaLnBrk="1" hangingPunct="1"/>
            <a:r>
              <a:rPr lang="en-US" altLang="ko-KR" sz="1800">
                <a:ea typeface="굴림" panose="020B0600000101010101" pitchFamily="34" charset="-127"/>
              </a:rPr>
              <a:t>The outputs of seven registers and memory are connected to the common bus</a:t>
            </a:r>
          </a:p>
          <a:p>
            <a:pPr lvl="3" eaLnBrk="1" hangingPunct="1"/>
            <a:r>
              <a:rPr lang="en-US" altLang="ko-KR" sz="1800">
                <a:ea typeface="굴림" panose="020B0600000101010101" pitchFamily="34" charset="-127"/>
              </a:rPr>
              <a:t>The specific output is selected by mux(S0, S1, S2) : </a:t>
            </a:r>
          </a:p>
          <a:p>
            <a:pPr lvl="4" eaLnBrk="1" hangingPunct="1"/>
            <a:r>
              <a:rPr lang="en-US" altLang="ko-KR" sz="1800">
                <a:solidFill>
                  <a:schemeClr val="accent2"/>
                </a:solidFill>
                <a:ea typeface="굴림" panose="020B0600000101010101" pitchFamily="34" charset="-127"/>
              </a:rPr>
              <a:t>Memory(7), AR(1), PC(2), DR(3), AC(4), IR(5), TR(6)</a:t>
            </a:r>
            <a:endParaRPr lang="ko-KR" altLang="en-US" sz="1800">
              <a:solidFill>
                <a:schemeClr val="accent2"/>
              </a:solidFill>
              <a:ea typeface="굴림" panose="020B0600000101010101" pitchFamily="34" charset="-127"/>
            </a:endParaRPr>
          </a:p>
          <a:p>
            <a:pPr lvl="4" eaLnBrk="1" hangingPunct="1"/>
            <a:r>
              <a:rPr lang="en-US" altLang="ko-KR" sz="1800">
                <a:solidFill>
                  <a:schemeClr val="accent2"/>
                </a:solidFill>
                <a:ea typeface="굴림" panose="020B0600000101010101" pitchFamily="34" charset="-127"/>
              </a:rPr>
              <a:t>When LD(Load Input) is enable, the particular register receives the data from the bus </a:t>
            </a:r>
          </a:p>
          <a:p>
            <a:pPr lvl="3" eaLnBrk="1" hangingPunct="1"/>
            <a:r>
              <a:rPr lang="en-US" altLang="ko-KR" sz="1800">
                <a:ea typeface="굴림" panose="020B0600000101010101" pitchFamily="34" charset="-127"/>
              </a:rPr>
              <a:t>Control Input : LD, INC, CLR, Write, Read</a:t>
            </a:r>
            <a:endParaRPr lang="ko-KR" altLang="ko-KR" sz="1800">
              <a:solidFill>
                <a:schemeClr val="accent2"/>
              </a:solidFill>
              <a:ea typeface="굴림" panose="020B0600000101010101" pitchFamily="34" charset="-127"/>
            </a:endParaRPr>
          </a:p>
          <a:p>
            <a:pPr eaLnBrk="1" hangingPunct="1"/>
            <a:endParaRPr lang="en-US" altLang="en-US" sz="2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E2F88E62-7C62-468B-BA0A-2C2C89EFAAA2}"/>
              </a:ext>
            </a:extLst>
          </p:cNvPr>
          <p:cNvSpPr>
            <a:spLocks noGrp="1" noChangeArrowheads="1"/>
          </p:cNvSpPr>
          <p:nvPr>
            <p:ph type="title"/>
          </p:nvPr>
        </p:nvSpPr>
        <p:spPr>
          <a:xfrm>
            <a:off x="1143000" y="228600"/>
            <a:ext cx="7793038" cy="1462088"/>
          </a:xfrm>
        </p:spPr>
        <p:txBody>
          <a:bodyPr/>
          <a:lstStyle/>
          <a:p>
            <a:pPr eaLnBrk="1" hangingPunct="1"/>
            <a:r>
              <a:rPr lang="en-US" altLang="en-US" b="1">
                <a:solidFill>
                  <a:schemeClr val="tx1"/>
                </a:solidFill>
              </a:rPr>
              <a:t>COMMON BUS SYSTEM</a:t>
            </a:r>
            <a:endParaRPr lang="en-US" altLang="en-US">
              <a:solidFill>
                <a:schemeClr val="tx1"/>
              </a:solidFill>
            </a:endParaRPr>
          </a:p>
        </p:txBody>
      </p:sp>
      <p:sp>
        <p:nvSpPr>
          <p:cNvPr id="52227" name="Rectangle 3">
            <a:extLst>
              <a:ext uri="{FF2B5EF4-FFF2-40B4-BE49-F238E27FC236}">
                <a16:creationId xmlns:a16="http://schemas.microsoft.com/office/drawing/2014/main" id="{F118C1E8-A068-C951-7810-021C1F7252CA}"/>
              </a:ext>
            </a:extLst>
          </p:cNvPr>
          <p:cNvSpPr>
            <a:spLocks noGrp="1" noChangeArrowheads="1"/>
          </p:cNvSpPr>
          <p:nvPr>
            <p:ph type="body" idx="1"/>
          </p:nvPr>
        </p:nvSpPr>
        <p:spPr/>
        <p:txBody>
          <a:bodyPr/>
          <a:lstStyle/>
          <a:p>
            <a:pPr eaLnBrk="1" hangingPunct="1"/>
            <a:r>
              <a:rPr lang="en-US" altLang="zh-CN" b="1">
                <a:ea typeface="SimSun" panose="02010600030101010101" pitchFamily="2" charset="-122"/>
              </a:rPr>
              <a:t>Control variables: </a:t>
            </a:r>
            <a:r>
              <a:rPr lang="en-US" altLang="zh-CN">
                <a:ea typeface="SimSun" panose="02010600030101010101" pitchFamily="2" charset="-122"/>
              </a:rPr>
              <a:t>the bus is controlled by </a:t>
            </a:r>
          </a:p>
          <a:p>
            <a:pPr eaLnBrk="1" hangingPunct="1"/>
            <a:endParaRPr lang="en-US" altLang="zh-CN">
              <a:ea typeface="SimSun" panose="02010600030101010101" pitchFamily="2" charset="-122"/>
            </a:endParaRPr>
          </a:p>
          <a:p>
            <a:pPr eaLnBrk="1" hangingPunct="1"/>
            <a:r>
              <a:rPr lang="en-US" altLang="zh-CN">
                <a:ea typeface="SimSun" panose="02010600030101010101" pitchFamily="2" charset="-122"/>
              </a:rPr>
              <a:t>1- Selection switches for selecting the source of information and </a:t>
            </a:r>
          </a:p>
          <a:p>
            <a:pPr eaLnBrk="1" hangingPunct="1"/>
            <a:r>
              <a:rPr lang="en-US" altLang="zh-CN">
                <a:ea typeface="SimSun" panose="02010600030101010101" pitchFamily="2" charset="-122"/>
              </a:rPr>
              <a:t>2- Enable switches at the destination device to accept the information.</a:t>
            </a:r>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E81C20E0-25BB-9C8E-EA41-BCF9B22AEB83}"/>
              </a:ext>
            </a:extLst>
          </p:cNvPr>
          <p:cNvSpPr>
            <a:spLocks noGrp="1" noChangeArrowheads="1"/>
          </p:cNvSpPr>
          <p:nvPr>
            <p:ph type="title"/>
          </p:nvPr>
        </p:nvSpPr>
        <p:spPr/>
        <p:txBody>
          <a:bodyPr/>
          <a:lstStyle/>
          <a:p>
            <a:pPr eaLnBrk="1" hangingPunct="1"/>
            <a:r>
              <a:rPr lang="en-US" altLang="zh-CN">
                <a:ea typeface="SimSun" panose="02010600030101010101" pitchFamily="2" charset="-122"/>
              </a:rPr>
              <a:t>Selection variables</a:t>
            </a:r>
            <a:endParaRPr lang="en-US" altLang="en-US"/>
          </a:p>
        </p:txBody>
      </p:sp>
      <p:sp>
        <p:nvSpPr>
          <p:cNvPr id="53251" name="Rectangle 3">
            <a:extLst>
              <a:ext uri="{FF2B5EF4-FFF2-40B4-BE49-F238E27FC236}">
                <a16:creationId xmlns:a16="http://schemas.microsoft.com/office/drawing/2014/main" id="{46B95840-878D-B7A3-78EF-85D58CC0065C}"/>
              </a:ext>
            </a:extLst>
          </p:cNvPr>
          <p:cNvSpPr>
            <a:spLocks noGrp="1" noChangeArrowheads="1"/>
          </p:cNvSpPr>
          <p:nvPr>
            <p:ph type="body" idx="1"/>
          </p:nvPr>
        </p:nvSpPr>
        <p:spPr/>
        <p:txBody>
          <a:bodyPr/>
          <a:lstStyle/>
          <a:p>
            <a:pPr eaLnBrk="1" hangingPunct="1">
              <a:lnSpc>
                <a:spcPct val="90000"/>
              </a:lnSpc>
            </a:pPr>
            <a:r>
              <a:rPr lang="en-US" altLang="zh-CN" sz="2800" b="1">
                <a:ea typeface="SimSun" panose="02010600030101010101" pitchFamily="2" charset="-122"/>
              </a:rPr>
              <a:t>Selection variables</a:t>
            </a:r>
            <a:r>
              <a:rPr lang="en-US" altLang="zh-CN" sz="2800">
                <a:ea typeface="SimSun" panose="02010600030101010101" pitchFamily="2" charset="-122"/>
              </a:rPr>
              <a:t>: select a register or the memory whose output is used as an input to the common bus. </a:t>
            </a:r>
          </a:p>
          <a:p>
            <a:pPr eaLnBrk="1" hangingPunct="1">
              <a:lnSpc>
                <a:spcPct val="90000"/>
              </a:lnSpc>
            </a:pPr>
            <a:endParaRPr lang="en-US" altLang="zh-CN" sz="2800">
              <a:ea typeface="SimSun" panose="02010600030101010101" pitchFamily="2" charset="-122"/>
            </a:endParaRPr>
          </a:p>
          <a:p>
            <a:pPr eaLnBrk="1" hangingPunct="1">
              <a:lnSpc>
                <a:spcPct val="90000"/>
              </a:lnSpc>
            </a:pPr>
            <a:r>
              <a:rPr lang="en-US" altLang="zh-CN" sz="2800">
                <a:ea typeface="SimSun" panose="02010600030101010101" pitchFamily="2" charset="-122"/>
              </a:rPr>
              <a:t>To select one device out of 8, we need 3 select variables. </a:t>
            </a:r>
          </a:p>
          <a:p>
            <a:pPr eaLnBrk="1" hangingPunct="1">
              <a:lnSpc>
                <a:spcPct val="90000"/>
              </a:lnSpc>
            </a:pPr>
            <a:r>
              <a:rPr lang="en-US" altLang="zh-CN" sz="2800">
                <a:ea typeface="SimSun" panose="02010600030101010101" pitchFamily="2" charset="-122"/>
              </a:rPr>
              <a:t>For example, if S2S1S0 = 011, the output of DR is selected as an output of the common bus.</a:t>
            </a:r>
          </a:p>
          <a:p>
            <a:pPr eaLnBrk="1" hangingPunct="1">
              <a:lnSpc>
                <a:spcPct val="90000"/>
              </a:lnSpc>
            </a:pPr>
            <a:endParaRPr lang="en-US" altLang="en-US" sz="2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3E7C61F8-97EA-2430-8F4A-FE3B111215AF}"/>
              </a:ext>
            </a:extLst>
          </p:cNvPr>
          <p:cNvSpPr>
            <a:spLocks noGrp="1" noChangeArrowheads="1"/>
          </p:cNvSpPr>
          <p:nvPr>
            <p:ph type="title"/>
          </p:nvPr>
        </p:nvSpPr>
        <p:spPr/>
        <p:txBody>
          <a:bodyPr/>
          <a:lstStyle/>
          <a:p>
            <a:pPr eaLnBrk="1" hangingPunct="1"/>
            <a:r>
              <a:rPr lang="en-US" altLang="zh-CN">
                <a:ea typeface="SimSun" panose="02010600030101010101" pitchFamily="2" charset="-122"/>
              </a:rPr>
              <a:t>Load input</a:t>
            </a:r>
            <a:endParaRPr lang="en-US" altLang="en-US"/>
          </a:p>
        </p:txBody>
      </p:sp>
      <p:sp>
        <p:nvSpPr>
          <p:cNvPr id="54275" name="Rectangle 3">
            <a:extLst>
              <a:ext uri="{FF2B5EF4-FFF2-40B4-BE49-F238E27FC236}">
                <a16:creationId xmlns:a16="http://schemas.microsoft.com/office/drawing/2014/main" id="{78168193-3243-65EC-4F18-A66675F3F9A8}"/>
              </a:ext>
            </a:extLst>
          </p:cNvPr>
          <p:cNvSpPr>
            <a:spLocks noGrp="1" noChangeArrowheads="1"/>
          </p:cNvSpPr>
          <p:nvPr>
            <p:ph type="body" idx="1"/>
          </p:nvPr>
        </p:nvSpPr>
        <p:spPr/>
        <p:txBody>
          <a:bodyPr/>
          <a:lstStyle/>
          <a:p>
            <a:pPr>
              <a:spcBef>
                <a:spcPct val="0"/>
              </a:spcBef>
              <a:buClrTx/>
              <a:buSzTx/>
              <a:buFontTx/>
              <a:buNone/>
            </a:pPr>
            <a:r>
              <a:rPr lang="en-US" altLang="zh-CN" b="1">
                <a:ea typeface="SimSun" panose="02010600030101010101" pitchFamily="2" charset="-122"/>
              </a:rPr>
              <a:t>Load input (LD)</a:t>
            </a:r>
            <a:r>
              <a:rPr lang="en-US" altLang="zh-CN">
                <a:ea typeface="SimSun" panose="02010600030101010101" pitchFamily="2" charset="-122"/>
              </a:rPr>
              <a:t>: Enables the input of a register to download bits form  the common bus. When LD = 1 for a register, the data on the common bus is read into the register during the next clock pulse transition.</a:t>
            </a:r>
          </a:p>
          <a:p>
            <a:pPr eaLnBrk="1" hangingPunct="1"/>
            <a:endParaRPr lang="en-US" altLang="en-US"/>
          </a:p>
        </p:txBody>
      </p:sp>
      <p:sp>
        <p:nvSpPr>
          <p:cNvPr id="54276" name="Rectangle 3">
            <a:extLst>
              <a:ext uri="{FF2B5EF4-FFF2-40B4-BE49-F238E27FC236}">
                <a16:creationId xmlns:a16="http://schemas.microsoft.com/office/drawing/2014/main" id="{6F14BA14-6330-BED4-B3E5-05BD3363FD08}"/>
              </a:ext>
            </a:extLst>
          </p:cNvPr>
          <p:cNvSpPr>
            <a:spLocks noChangeArrowheads="1"/>
          </p:cNvSpPr>
          <p:nvPr/>
        </p:nvSpPr>
        <p:spPr bwMode="auto">
          <a:xfrm>
            <a:off x="762000" y="5791200"/>
            <a:ext cx="8001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zh-CN" sz="2400">
                <a:latin typeface="Times New Roman" panose="02020603050405020304" pitchFamily="18" charset="0"/>
                <a:ea typeface="SimSun" panose="02010600030101010101" pitchFamily="2" charset="-122"/>
              </a:rPr>
              <a:t>&gt; </a:t>
            </a:r>
            <a:r>
              <a:rPr lang="en-US" altLang="zh-CN" sz="2400" b="1">
                <a:latin typeface="Times New Roman" panose="02020603050405020304" pitchFamily="18" charset="0"/>
                <a:ea typeface="SimSun" panose="02010600030101010101" pitchFamily="2" charset="-122"/>
              </a:rPr>
              <a:t>Increment input (INR)</a:t>
            </a:r>
            <a:r>
              <a:rPr lang="en-US" altLang="zh-CN" sz="2400">
                <a:latin typeface="Times New Roman" panose="02020603050405020304" pitchFamily="18" charset="0"/>
                <a:ea typeface="SimSun" panose="02010600030101010101" pitchFamily="2" charset="-122"/>
              </a:rPr>
              <a:t>: Increments the content of a register.</a:t>
            </a:r>
          </a:p>
          <a:p>
            <a:pPr eaLnBrk="1" hangingPunct="1">
              <a:spcBef>
                <a:spcPct val="0"/>
              </a:spcBef>
              <a:buClrTx/>
              <a:buSzTx/>
              <a:buFontTx/>
              <a:buNone/>
            </a:pPr>
            <a:r>
              <a:rPr lang="en-US" altLang="zh-CN" sz="2400">
                <a:latin typeface="Times New Roman" panose="02020603050405020304" pitchFamily="18" charset="0"/>
                <a:ea typeface="SimSun" panose="02010600030101010101" pitchFamily="2" charset="-122"/>
              </a:rPr>
              <a:t>&gt; </a:t>
            </a:r>
            <a:r>
              <a:rPr lang="en-US" altLang="zh-CN" sz="2400" b="1">
                <a:latin typeface="Times New Roman" panose="02020603050405020304" pitchFamily="18" charset="0"/>
                <a:ea typeface="SimSun" panose="02010600030101010101" pitchFamily="2" charset="-122"/>
              </a:rPr>
              <a:t>Clear input (CLR)</a:t>
            </a:r>
            <a:r>
              <a:rPr lang="en-US" altLang="zh-CN" sz="2400">
                <a:latin typeface="Times New Roman" panose="02020603050405020304" pitchFamily="18" charset="0"/>
                <a:ea typeface="SimSun" panose="02010600030101010101" pitchFamily="2" charset="-122"/>
              </a:rPr>
              <a:t>: Clear the content of a register to zero.</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915E32AE-189F-2E11-81A8-223E656F5E58}"/>
              </a:ext>
            </a:extLst>
          </p:cNvPr>
          <p:cNvSpPr>
            <a:spLocks noGrp="1" noChangeArrowheads="1"/>
          </p:cNvSpPr>
          <p:nvPr>
            <p:ph type="title" idx="4294967295"/>
          </p:nvPr>
        </p:nvSpPr>
        <p:spPr>
          <a:xfrm>
            <a:off x="685800" y="152400"/>
            <a:ext cx="7772400" cy="1143000"/>
          </a:xfrm>
        </p:spPr>
        <p:txBody>
          <a:bodyPr anchor="ctr"/>
          <a:lstStyle/>
          <a:p>
            <a:pPr eaLnBrk="1" hangingPunct="1"/>
            <a:r>
              <a:rPr lang="en-US" altLang="en-US" sz="4000"/>
              <a:t>Incompatibility in register sizes</a:t>
            </a:r>
          </a:p>
        </p:txBody>
      </p:sp>
      <p:sp>
        <p:nvSpPr>
          <p:cNvPr id="55299" name="Rectangle 3">
            <a:extLst>
              <a:ext uri="{FF2B5EF4-FFF2-40B4-BE49-F238E27FC236}">
                <a16:creationId xmlns:a16="http://schemas.microsoft.com/office/drawing/2014/main" id="{374D537F-7837-F183-A445-F42A61475935}"/>
              </a:ext>
            </a:extLst>
          </p:cNvPr>
          <p:cNvSpPr>
            <a:spLocks noGrp="1" noChangeArrowheads="1"/>
          </p:cNvSpPr>
          <p:nvPr>
            <p:ph type="body" idx="4294967295"/>
          </p:nvPr>
        </p:nvSpPr>
        <p:spPr>
          <a:xfrm>
            <a:off x="609600" y="2286000"/>
            <a:ext cx="7772400" cy="4114800"/>
          </a:xfrm>
        </p:spPr>
        <p:txBody>
          <a:bodyPr/>
          <a:lstStyle/>
          <a:p>
            <a:pPr eaLnBrk="1" hangingPunct="1"/>
            <a:r>
              <a:rPr lang="en-US" altLang="zh-CN" sz="2800">
                <a:ea typeface="SimSun" panose="02010600030101010101" pitchFamily="2" charset="-122"/>
              </a:rPr>
              <a:t>• When the contents of AR or PC (12 bits) are applied to the 16-bit common bus, the four most significant bits are set to zero. When AR or PC receives information from the bus, only the 12 least significant bits are transferred to the register. </a:t>
            </a:r>
            <a:endParaRPr lang="en-US" altLang="en-US" sz="2800"/>
          </a:p>
        </p:txBody>
      </p:sp>
      <p:sp>
        <p:nvSpPr>
          <p:cNvPr id="55300" name="Rectangle 4">
            <a:extLst>
              <a:ext uri="{FF2B5EF4-FFF2-40B4-BE49-F238E27FC236}">
                <a16:creationId xmlns:a16="http://schemas.microsoft.com/office/drawing/2014/main" id="{98137084-155C-6557-FE51-C7D1A6A849D7}"/>
              </a:ext>
            </a:extLst>
          </p:cNvPr>
          <p:cNvSpPr>
            <a:spLocks noChangeArrowheads="1"/>
          </p:cNvSpPr>
          <p:nvPr/>
        </p:nvSpPr>
        <p:spPr bwMode="auto">
          <a:xfrm>
            <a:off x="4267200" y="5105400"/>
            <a:ext cx="37338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55301" name="Rectangle 5">
            <a:extLst>
              <a:ext uri="{FF2B5EF4-FFF2-40B4-BE49-F238E27FC236}">
                <a16:creationId xmlns:a16="http://schemas.microsoft.com/office/drawing/2014/main" id="{11157F28-A6D7-2764-99A9-9194055725BF}"/>
              </a:ext>
            </a:extLst>
          </p:cNvPr>
          <p:cNvSpPr>
            <a:spLocks noChangeArrowheads="1"/>
          </p:cNvSpPr>
          <p:nvPr/>
        </p:nvSpPr>
        <p:spPr bwMode="auto">
          <a:xfrm>
            <a:off x="4267200" y="5105400"/>
            <a:ext cx="11430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55302" name="Rectangle 6">
            <a:extLst>
              <a:ext uri="{FF2B5EF4-FFF2-40B4-BE49-F238E27FC236}">
                <a16:creationId xmlns:a16="http://schemas.microsoft.com/office/drawing/2014/main" id="{8AACBBED-C3BE-4987-F2CE-10ED91614E55}"/>
              </a:ext>
            </a:extLst>
          </p:cNvPr>
          <p:cNvSpPr>
            <a:spLocks noChangeArrowheads="1"/>
          </p:cNvSpPr>
          <p:nvPr/>
        </p:nvSpPr>
        <p:spPr bwMode="auto">
          <a:xfrm>
            <a:off x="5410200" y="5715000"/>
            <a:ext cx="25908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55303" name="Line 7">
            <a:extLst>
              <a:ext uri="{FF2B5EF4-FFF2-40B4-BE49-F238E27FC236}">
                <a16:creationId xmlns:a16="http://schemas.microsoft.com/office/drawing/2014/main" id="{50EB84EB-49CB-A516-0FAD-CE798A04D8A8}"/>
              </a:ext>
            </a:extLst>
          </p:cNvPr>
          <p:cNvSpPr>
            <a:spLocks noChangeShapeType="1"/>
          </p:cNvSpPr>
          <p:nvPr/>
        </p:nvSpPr>
        <p:spPr bwMode="auto">
          <a:xfrm>
            <a:off x="6553200" y="5486400"/>
            <a:ext cx="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04" name="Rectangle 8">
            <a:extLst>
              <a:ext uri="{FF2B5EF4-FFF2-40B4-BE49-F238E27FC236}">
                <a16:creationId xmlns:a16="http://schemas.microsoft.com/office/drawing/2014/main" id="{064636C6-83D9-CE19-F1CC-9D0D309C9783}"/>
              </a:ext>
            </a:extLst>
          </p:cNvPr>
          <p:cNvSpPr>
            <a:spLocks noChangeArrowheads="1"/>
          </p:cNvSpPr>
          <p:nvPr/>
        </p:nvSpPr>
        <p:spPr bwMode="auto">
          <a:xfrm>
            <a:off x="5486400" y="5105400"/>
            <a:ext cx="25257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zh-CN" sz="2000">
                <a:latin typeface="Times New Roman" panose="02020603050405020304" pitchFamily="18" charset="0"/>
                <a:ea typeface="SimSun" panose="02010600030101010101" pitchFamily="2" charset="-122"/>
              </a:rPr>
              <a:t>12 least significant bits</a:t>
            </a:r>
            <a:endParaRPr lang="en-US" altLang="en-US" sz="2000">
              <a:latin typeface="Times New Roman" panose="02020603050405020304" pitchFamily="18" charset="0"/>
              <a:ea typeface="SimSun" panose="02010600030101010101" pitchFamily="2" charset="-122"/>
            </a:endParaRPr>
          </a:p>
        </p:txBody>
      </p:sp>
      <p:sp>
        <p:nvSpPr>
          <p:cNvPr id="55305" name="Rectangle 9">
            <a:extLst>
              <a:ext uri="{FF2B5EF4-FFF2-40B4-BE49-F238E27FC236}">
                <a16:creationId xmlns:a16="http://schemas.microsoft.com/office/drawing/2014/main" id="{A682065F-45A3-5F5B-2C60-5725602CD717}"/>
              </a:ext>
            </a:extLst>
          </p:cNvPr>
          <p:cNvSpPr>
            <a:spLocks noChangeArrowheads="1"/>
          </p:cNvSpPr>
          <p:nvPr/>
        </p:nvSpPr>
        <p:spPr bwMode="auto">
          <a:xfrm>
            <a:off x="5943600" y="5715000"/>
            <a:ext cx="99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zh-CN" sz="2000">
                <a:latin typeface="Times New Roman" panose="02020603050405020304" pitchFamily="18" charset="0"/>
                <a:ea typeface="SimSun" panose="02010600030101010101" pitchFamily="2" charset="-122"/>
              </a:rPr>
              <a:t>12   bits</a:t>
            </a:r>
            <a:endParaRPr lang="en-US" altLang="en-US" sz="2000">
              <a:latin typeface="Times New Roman" panose="02020603050405020304" pitchFamily="18" charset="0"/>
              <a:ea typeface="SimSun"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9A02D11A-883C-47F5-61F3-DEC916FB907E}"/>
              </a:ext>
            </a:extLst>
          </p:cNvPr>
          <p:cNvSpPr>
            <a:spLocks noGrp="1" noChangeArrowheads="1"/>
          </p:cNvSpPr>
          <p:nvPr>
            <p:ph type="title" idx="4294967295"/>
          </p:nvPr>
        </p:nvSpPr>
        <p:spPr/>
        <p:txBody>
          <a:bodyPr anchor="ctr"/>
          <a:lstStyle/>
          <a:p>
            <a:pPr eaLnBrk="1" hangingPunct="1"/>
            <a:r>
              <a:rPr lang="en-US" altLang="en-US"/>
              <a:t>IR and TR </a:t>
            </a:r>
          </a:p>
        </p:txBody>
      </p:sp>
      <p:sp>
        <p:nvSpPr>
          <p:cNvPr id="57347" name="Rectangle 3">
            <a:extLst>
              <a:ext uri="{FF2B5EF4-FFF2-40B4-BE49-F238E27FC236}">
                <a16:creationId xmlns:a16="http://schemas.microsoft.com/office/drawing/2014/main" id="{B2973D64-06E6-9EE7-03C3-6DFFAF27B1D0}"/>
              </a:ext>
            </a:extLst>
          </p:cNvPr>
          <p:cNvSpPr>
            <a:spLocks noGrp="1" noChangeArrowheads="1"/>
          </p:cNvSpPr>
          <p:nvPr>
            <p:ph type="body" idx="4294967295"/>
          </p:nvPr>
        </p:nvSpPr>
        <p:spPr/>
        <p:txBody>
          <a:bodyPr/>
          <a:lstStyle/>
          <a:p>
            <a:pPr eaLnBrk="1" hangingPunct="1"/>
            <a:r>
              <a:rPr lang="en-US" altLang="en-US" sz="2800"/>
              <a:t>The instruction register, IR, can only be loaded; it cannot be incremented nor cleared. Its output is used to generate Di’s and Ti’s control signals.  </a:t>
            </a:r>
          </a:p>
          <a:p>
            <a:pPr eaLnBrk="1" hangingPunct="1"/>
            <a:r>
              <a:rPr lang="en-US" altLang="en-US" sz="2800"/>
              <a:t>TR is a temporary register. The CPU uses this register to store intermediate results of operations. It is not accessible by the external programs. It is loaded, incremented and cleared like the other registers.</a:t>
            </a:r>
          </a:p>
          <a:p>
            <a:pPr eaLnBrk="1" hangingPunct="1"/>
            <a:endParaRPr lang="en-US" altLang="en-US" sz="2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394" name="Object 4">
            <a:extLst>
              <a:ext uri="{FF2B5EF4-FFF2-40B4-BE49-F238E27FC236}">
                <a16:creationId xmlns:a16="http://schemas.microsoft.com/office/drawing/2014/main" id="{311F1B0D-FE2B-903E-6396-821DE286DB4D}"/>
              </a:ext>
            </a:extLst>
          </p:cNvPr>
          <p:cNvGraphicFramePr>
            <a:graphicFrameLocks noChangeAspect="1"/>
          </p:cNvGraphicFramePr>
          <p:nvPr/>
        </p:nvGraphicFramePr>
        <p:xfrm>
          <a:off x="3886200" y="609600"/>
          <a:ext cx="5038725" cy="6096000"/>
        </p:xfrm>
        <a:graphic>
          <a:graphicData uri="http://schemas.openxmlformats.org/presentationml/2006/ole">
            <mc:AlternateContent xmlns:mc="http://schemas.openxmlformats.org/markup-compatibility/2006">
              <mc:Choice xmlns:v="urn:schemas-microsoft-com:vml" Requires="v">
                <p:oleObj name="VISIO" r:id="rId3" imgW="7813440" imgH="11078280" progId="">
                  <p:embed/>
                </p:oleObj>
              </mc:Choice>
              <mc:Fallback>
                <p:oleObj name="VISIO" r:id="rId3" imgW="7813440" imgH="1107828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609600"/>
                        <a:ext cx="5038725" cy="60960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395" name="Freeform 5">
            <a:extLst>
              <a:ext uri="{FF2B5EF4-FFF2-40B4-BE49-F238E27FC236}">
                <a16:creationId xmlns:a16="http://schemas.microsoft.com/office/drawing/2014/main" id="{B5590F8B-F439-A13C-1C47-F650E09EA6B0}"/>
              </a:ext>
            </a:extLst>
          </p:cNvPr>
          <p:cNvSpPr>
            <a:spLocks/>
          </p:cNvSpPr>
          <p:nvPr/>
        </p:nvSpPr>
        <p:spPr bwMode="auto">
          <a:xfrm>
            <a:off x="3200400" y="914400"/>
            <a:ext cx="2971800" cy="3124200"/>
          </a:xfrm>
          <a:custGeom>
            <a:avLst/>
            <a:gdLst>
              <a:gd name="T0" fmla="*/ 0 w 960"/>
              <a:gd name="T1" fmla="*/ 0 h 1776"/>
              <a:gd name="T2" fmla="*/ 2147483646 w 960"/>
              <a:gd name="T3" fmla="*/ 2147483646 h 1776"/>
              <a:gd name="T4" fmla="*/ 2147483646 w 960"/>
              <a:gd name="T5" fmla="*/ 2147483646 h 1776"/>
              <a:gd name="T6" fmla="*/ 2147483646 w 960"/>
              <a:gd name="T7" fmla="*/ 2147483646 h 1776"/>
              <a:gd name="T8" fmla="*/ 0 60000 65536"/>
              <a:gd name="T9" fmla="*/ 0 60000 65536"/>
              <a:gd name="T10" fmla="*/ 0 60000 65536"/>
              <a:gd name="T11" fmla="*/ 0 60000 65536"/>
              <a:gd name="T12" fmla="*/ 0 w 960"/>
              <a:gd name="T13" fmla="*/ 0 h 1776"/>
              <a:gd name="T14" fmla="*/ 960 w 960"/>
              <a:gd name="T15" fmla="*/ 1776 h 1776"/>
            </a:gdLst>
            <a:ahLst/>
            <a:cxnLst>
              <a:cxn ang="T8">
                <a:pos x="T0" y="T1"/>
              </a:cxn>
              <a:cxn ang="T9">
                <a:pos x="T2" y="T3"/>
              </a:cxn>
              <a:cxn ang="T10">
                <a:pos x="T4" y="T5"/>
              </a:cxn>
              <a:cxn ang="T11">
                <a:pos x="T6" y="T7"/>
              </a:cxn>
            </a:cxnLst>
            <a:rect l="T12" t="T13" r="T14" b="T15"/>
            <a:pathLst>
              <a:path w="960" h="1776">
                <a:moveTo>
                  <a:pt x="0" y="0"/>
                </a:moveTo>
                <a:cubicBezTo>
                  <a:pt x="88" y="132"/>
                  <a:pt x="176" y="264"/>
                  <a:pt x="240" y="528"/>
                </a:cubicBezTo>
                <a:cubicBezTo>
                  <a:pt x="304" y="792"/>
                  <a:pt x="264" y="1392"/>
                  <a:pt x="384" y="1584"/>
                </a:cubicBezTo>
                <a:cubicBezTo>
                  <a:pt x="504" y="1776"/>
                  <a:pt x="732" y="1728"/>
                  <a:pt x="960" y="1680"/>
                </a:cubicBezTo>
              </a:path>
            </a:pathLst>
          </a:custGeom>
          <a:noFill/>
          <a:ln w="28575">
            <a:solidFill>
              <a:srgbClr val="FF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396" name="Freeform 6">
            <a:extLst>
              <a:ext uri="{FF2B5EF4-FFF2-40B4-BE49-F238E27FC236}">
                <a16:creationId xmlns:a16="http://schemas.microsoft.com/office/drawing/2014/main" id="{B8CD0C5F-4D7B-5CC2-59DB-57A56C4A539F}"/>
              </a:ext>
            </a:extLst>
          </p:cNvPr>
          <p:cNvSpPr>
            <a:spLocks/>
          </p:cNvSpPr>
          <p:nvPr/>
        </p:nvSpPr>
        <p:spPr bwMode="auto">
          <a:xfrm>
            <a:off x="3429000" y="2743200"/>
            <a:ext cx="2667000" cy="304800"/>
          </a:xfrm>
          <a:custGeom>
            <a:avLst/>
            <a:gdLst>
              <a:gd name="T0" fmla="*/ 0 w 864"/>
              <a:gd name="T1" fmla="*/ 0 h 1008"/>
              <a:gd name="T2" fmla="*/ 2147483646 w 864"/>
              <a:gd name="T3" fmla="*/ 2147483646 h 1008"/>
              <a:gd name="T4" fmla="*/ 2147483646 w 864"/>
              <a:gd name="T5" fmla="*/ 2147483646 h 1008"/>
              <a:gd name="T6" fmla="*/ 2147483646 w 864"/>
              <a:gd name="T7" fmla="*/ 2147483646 h 1008"/>
              <a:gd name="T8" fmla="*/ 2147483646 w 864"/>
              <a:gd name="T9" fmla="*/ 2147483646 h 1008"/>
              <a:gd name="T10" fmla="*/ 0 60000 65536"/>
              <a:gd name="T11" fmla="*/ 0 60000 65536"/>
              <a:gd name="T12" fmla="*/ 0 60000 65536"/>
              <a:gd name="T13" fmla="*/ 0 60000 65536"/>
              <a:gd name="T14" fmla="*/ 0 60000 65536"/>
              <a:gd name="T15" fmla="*/ 0 w 864"/>
              <a:gd name="T16" fmla="*/ 0 h 1008"/>
              <a:gd name="T17" fmla="*/ 864 w 864"/>
              <a:gd name="T18" fmla="*/ 1008 h 1008"/>
            </a:gdLst>
            <a:ahLst/>
            <a:cxnLst>
              <a:cxn ang="T10">
                <a:pos x="T0" y="T1"/>
              </a:cxn>
              <a:cxn ang="T11">
                <a:pos x="T2" y="T3"/>
              </a:cxn>
              <a:cxn ang="T12">
                <a:pos x="T4" y="T5"/>
              </a:cxn>
              <a:cxn ang="T13">
                <a:pos x="T6" y="T7"/>
              </a:cxn>
              <a:cxn ang="T14">
                <a:pos x="T8" y="T9"/>
              </a:cxn>
            </a:cxnLst>
            <a:rect l="T15" t="T16" r="T17" b="T18"/>
            <a:pathLst>
              <a:path w="864" h="1008">
                <a:moveTo>
                  <a:pt x="0" y="0"/>
                </a:moveTo>
                <a:cubicBezTo>
                  <a:pt x="56" y="52"/>
                  <a:pt x="112" y="104"/>
                  <a:pt x="144" y="192"/>
                </a:cubicBezTo>
                <a:cubicBezTo>
                  <a:pt x="176" y="280"/>
                  <a:pt x="136" y="408"/>
                  <a:pt x="192" y="528"/>
                </a:cubicBezTo>
                <a:cubicBezTo>
                  <a:pt x="248" y="648"/>
                  <a:pt x="368" y="832"/>
                  <a:pt x="480" y="912"/>
                </a:cubicBezTo>
                <a:cubicBezTo>
                  <a:pt x="592" y="992"/>
                  <a:pt x="728" y="1000"/>
                  <a:pt x="864" y="1008"/>
                </a:cubicBezTo>
              </a:path>
            </a:pathLst>
          </a:custGeom>
          <a:noFill/>
          <a:ln w="28575">
            <a:solidFill>
              <a:srgbClr val="FF66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397" name="Freeform 7">
            <a:extLst>
              <a:ext uri="{FF2B5EF4-FFF2-40B4-BE49-F238E27FC236}">
                <a16:creationId xmlns:a16="http://schemas.microsoft.com/office/drawing/2014/main" id="{DF25379F-E1AB-B47D-1927-11707EC2D746}"/>
              </a:ext>
            </a:extLst>
          </p:cNvPr>
          <p:cNvSpPr>
            <a:spLocks/>
          </p:cNvSpPr>
          <p:nvPr/>
        </p:nvSpPr>
        <p:spPr bwMode="auto">
          <a:xfrm>
            <a:off x="3352800" y="4267200"/>
            <a:ext cx="1828800" cy="76200"/>
          </a:xfrm>
          <a:custGeom>
            <a:avLst/>
            <a:gdLst>
              <a:gd name="T0" fmla="*/ 0 w 144"/>
              <a:gd name="T1" fmla="*/ 0 h 528"/>
              <a:gd name="T2" fmla="*/ 2147483646 w 144"/>
              <a:gd name="T3" fmla="*/ 2147483646 h 528"/>
              <a:gd name="T4" fmla="*/ 0 60000 65536"/>
              <a:gd name="T5" fmla="*/ 0 60000 65536"/>
              <a:gd name="T6" fmla="*/ 0 w 144"/>
              <a:gd name="T7" fmla="*/ 0 h 528"/>
              <a:gd name="T8" fmla="*/ 144 w 144"/>
              <a:gd name="T9" fmla="*/ 528 h 528"/>
            </a:gdLst>
            <a:ahLst/>
            <a:cxnLst>
              <a:cxn ang="T4">
                <a:pos x="T0" y="T1"/>
              </a:cxn>
              <a:cxn ang="T5">
                <a:pos x="T2" y="T3"/>
              </a:cxn>
            </a:cxnLst>
            <a:rect l="T6" t="T7" r="T8" b="T9"/>
            <a:pathLst>
              <a:path w="144" h="528">
                <a:moveTo>
                  <a:pt x="0" y="0"/>
                </a:moveTo>
                <a:cubicBezTo>
                  <a:pt x="12" y="200"/>
                  <a:pt x="24" y="400"/>
                  <a:pt x="144" y="528"/>
                </a:cubicBezTo>
              </a:path>
            </a:pathLst>
          </a:custGeom>
          <a:noFill/>
          <a:ln w="28575">
            <a:solidFill>
              <a:srgbClr val="3366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398" name="Rectangle 8">
            <a:extLst>
              <a:ext uri="{FF2B5EF4-FFF2-40B4-BE49-F238E27FC236}">
                <a16:creationId xmlns:a16="http://schemas.microsoft.com/office/drawing/2014/main" id="{F39946F7-CB1D-A0B0-6C45-BC308E0D752D}"/>
              </a:ext>
            </a:extLst>
          </p:cNvPr>
          <p:cNvSpPr>
            <a:spLocks noGrp="1" noChangeArrowheads="1"/>
          </p:cNvSpPr>
          <p:nvPr>
            <p:ph type="title" idx="4294967295"/>
          </p:nvPr>
        </p:nvSpPr>
        <p:spPr>
          <a:xfrm>
            <a:off x="685800" y="152400"/>
            <a:ext cx="7772400" cy="533400"/>
          </a:xfrm>
        </p:spPr>
        <p:txBody>
          <a:bodyPr lIns="90488" tIns="44450" rIns="90488" bIns="44450" anchor="b"/>
          <a:lstStyle/>
          <a:p>
            <a:pPr eaLnBrk="1" hangingPunct="1"/>
            <a:r>
              <a:rPr lang="en-US" altLang="ko-KR" sz="3200">
                <a:ea typeface="굴림" panose="020B0600000101010101" pitchFamily="34" charset="-127"/>
              </a:rPr>
              <a:t>Operations involve AC and DR Registers</a:t>
            </a:r>
            <a:endParaRPr lang="ko-KR" altLang="en-US" sz="3200">
              <a:ea typeface="굴림" panose="020B0600000101010101" pitchFamily="34" charset="-127"/>
            </a:endParaRPr>
          </a:p>
        </p:txBody>
      </p:sp>
      <p:sp>
        <p:nvSpPr>
          <p:cNvPr id="59399" name="Rectangle 9">
            <a:extLst>
              <a:ext uri="{FF2B5EF4-FFF2-40B4-BE49-F238E27FC236}">
                <a16:creationId xmlns:a16="http://schemas.microsoft.com/office/drawing/2014/main" id="{D30498E5-FF59-14D1-837C-471FE3335BEA}"/>
              </a:ext>
            </a:extLst>
          </p:cNvPr>
          <p:cNvSpPr>
            <a:spLocks noChangeArrowheads="1"/>
          </p:cNvSpPr>
          <p:nvPr/>
        </p:nvSpPr>
        <p:spPr bwMode="auto">
          <a:xfrm>
            <a:off x="228600" y="609600"/>
            <a:ext cx="35814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404813">
              <a:spcBef>
                <a:spcPct val="20000"/>
              </a:spcBef>
              <a:buChar char="–"/>
              <a:defRPr sz="2000">
                <a:solidFill>
                  <a:schemeClr val="tx1"/>
                </a:solidFill>
                <a:latin typeface="Arial" panose="020B0604020202020204" pitchFamily="34" charset="0"/>
                <a:cs typeface="Arial" panose="020B0604020202020204" pitchFamily="34" charset="0"/>
              </a:defRPr>
            </a:lvl4pPr>
            <a:lvl5pPr marL="566738">
              <a:spcBef>
                <a:spcPct val="20000"/>
              </a:spcBef>
              <a:buChar char="»"/>
              <a:defRPr sz="2000">
                <a:solidFill>
                  <a:schemeClr val="tx1"/>
                </a:solidFill>
                <a:latin typeface="Arial" panose="020B0604020202020204" pitchFamily="34" charset="0"/>
                <a:cs typeface="Arial" panose="020B0604020202020204" pitchFamily="34" charset="0"/>
              </a:defRPr>
            </a:lvl5pPr>
            <a:lvl6pPr marL="102393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148113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193833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239553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lvl="3" eaLnBrk="1" hangingPunct="1">
              <a:spcBef>
                <a:spcPct val="0"/>
              </a:spcBef>
              <a:buFontTx/>
              <a:buNone/>
            </a:pPr>
            <a:r>
              <a:rPr lang="en-US" altLang="ko-KR" sz="2400">
                <a:latin typeface="Times New Roman" panose="02020603050405020304" pitchFamily="18" charset="0"/>
                <a:ea typeface="굴림" panose="020B0600000101010101" pitchFamily="34" charset="-127"/>
              </a:rPr>
              <a:t>Accumulator(AC) : Main Register Microoperation : clear AC, shift AC</a:t>
            </a:r>
          </a:p>
          <a:p>
            <a:pPr lvl="3" eaLnBrk="1" hangingPunct="1">
              <a:spcBef>
                <a:spcPct val="0"/>
              </a:spcBef>
              <a:buFontTx/>
              <a:buNone/>
            </a:pPr>
            <a:endParaRPr lang="en-US" altLang="ko-KR" sz="2400">
              <a:latin typeface="Times New Roman" panose="02020603050405020304" pitchFamily="18" charset="0"/>
              <a:ea typeface="굴림" panose="020B0600000101010101" pitchFamily="34" charset="-127"/>
            </a:endParaRPr>
          </a:p>
          <a:p>
            <a:pPr lvl="3" eaLnBrk="1" hangingPunct="1">
              <a:spcBef>
                <a:spcPct val="0"/>
              </a:spcBef>
              <a:buFontTx/>
              <a:buNone/>
            </a:pPr>
            <a:r>
              <a:rPr lang="en-US" altLang="ko-KR" sz="2400">
                <a:latin typeface="Times New Roman" panose="02020603050405020304" pitchFamily="18" charset="0"/>
                <a:ea typeface="굴림" panose="020B0600000101010101" pitchFamily="34" charset="-127"/>
              </a:rPr>
              <a:t> Data Register : </a:t>
            </a:r>
            <a:r>
              <a:rPr lang="en-US" altLang="ko-KR" sz="2400" b="1">
                <a:solidFill>
                  <a:srgbClr val="663300"/>
                </a:solidFill>
                <a:latin typeface="Times New Roman" panose="02020603050405020304" pitchFamily="18" charset="0"/>
                <a:ea typeface="굴림" panose="020B0600000101010101" pitchFamily="34" charset="-127"/>
              </a:rPr>
              <a:t>ADD</a:t>
            </a:r>
            <a:r>
              <a:rPr lang="en-US" altLang="ko-KR" sz="2400">
                <a:latin typeface="Times New Roman" panose="02020603050405020304" pitchFamily="18" charset="0"/>
                <a:ea typeface="굴림" panose="020B0600000101010101" pitchFamily="34" charset="-127"/>
              </a:rPr>
              <a:t> DR </a:t>
            </a:r>
            <a:r>
              <a:rPr lang="en-US" altLang="ko-KR" sz="2400" b="1">
                <a:solidFill>
                  <a:srgbClr val="663300"/>
                </a:solidFill>
                <a:latin typeface="Times New Roman" panose="02020603050405020304" pitchFamily="18" charset="0"/>
                <a:ea typeface="굴림" panose="020B0600000101010101" pitchFamily="34" charset="-127"/>
              </a:rPr>
              <a:t>to</a:t>
            </a:r>
            <a:r>
              <a:rPr lang="en-US" altLang="ko-KR" sz="2400">
                <a:latin typeface="Times New Roman" panose="02020603050405020304" pitchFamily="18" charset="0"/>
                <a:ea typeface="굴림" panose="020B0600000101010101" pitchFamily="34" charset="-127"/>
              </a:rPr>
              <a:t> AC, </a:t>
            </a:r>
            <a:r>
              <a:rPr lang="en-US" altLang="ko-KR" sz="2400" b="1">
                <a:solidFill>
                  <a:srgbClr val="663300"/>
                </a:solidFill>
                <a:latin typeface="Times New Roman" panose="02020603050405020304" pitchFamily="18" charset="0"/>
                <a:ea typeface="굴림" panose="020B0600000101010101" pitchFamily="34" charset="-127"/>
              </a:rPr>
              <a:t>AND </a:t>
            </a:r>
            <a:r>
              <a:rPr lang="en-US" altLang="ko-KR" sz="2400">
                <a:latin typeface="Times New Roman" panose="02020603050405020304" pitchFamily="18" charset="0"/>
                <a:ea typeface="굴림" panose="020B0600000101010101" pitchFamily="34" charset="-127"/>
              </a:rPr>
              <a:t>DR </a:t>
            </a:r>
            <a:r>
              <a:rPr lang="en-US" altLang="ko-KR" sz="2400" b="1">
                <a:solidFill>
                  <a:srgbClr val="663300"/>
                </a:solidFill>
                <a:latin typeface="Times New Roman" panose="02020603050405020304" pitchFamily="18" charset="0"/>
                <a:ea typeface="굴림" panose="020B0600000101010101" pitchFamily="34" charset="-127"/>
              </a:rPr>
              <a:t>to</a:t>
            </a:r>
            <a:r>
              <a:rPr lang="en-US" altLang="ko-KR" sz="2400">
                <a:latin typeface="Times New Roman" panose="02020603050405020304" pitchFamily="18" charset="0"/>
                <a:ea typeface="굴림" panose="020B0600000101010101" pitchFamily="34" charset="-127"/>
              </a:rPr>
              <a:t>  AC</a:t>
            </a:r>
          </a:p>
          <a:p>
            <a:pPr lvl="4" eaLnBrk="1" hangingPunct="1">
              <a:spcBef>
                <a:spcPct val="0"/>
              </a:spcBef>
              <a:buFontTx/>
              <a:buNone/>
            </a:pPr>
            <a:endParaRPr lang="ko-KR" altLang="en-US" sz="2400">
              <a:latin typeface="Times New Roman" panose="02020603050405020304" pitchFamily="18" charset="0"/>
              <a:ea typeface="굴림" panose="020B0600000101010101" pitchFamily="34" charset="-127"/>
            </a:endParaRPr>
          </a:p>
          <a:p>
            <a:pPr lvl="4" eaLnBrk="1" hangingPunct="1">
              <a:spcBef>
                <a:spcPct val="0"/>
              </a:spcBef>
              <a:buFontTx/>
              <a:buNone/>
            </a:pPr>
            <a:r>
              <a:rPr lang="ko-KR" altLang="en-US" sz="2400">
                <a:latin typeface="Times New Roman" panose="02020603050405020304" pitchFamily="18" charset="0"/>
                <a:ea typeface="굴림" panose="020B0600000101010101" pitchFamily="34" charset="-127"/>
              </a:rPr>
              <a:t>3) </a:t>
            </a:r>
            <a:r>
              <a:rPr lang="en-US" altLang="ko-KR" sz="2400">
                <a:latin typeface="Times New Roman" panose="02020603050405020304" pitchFamily="18" charset="0"/>
                <a:ea typeface="굴림" panose="020B0600000101010101" pitchFamily="34" charset="-127"/>
              </a:rPr>
              <a:t>INPR: Input device</a:t>
            </a:r>
            <a:endParaRPr lang="ko-KR" altLang="en-US" sz="2400">
              <a:latin typeface="Times New Roman" panose="02020603050405020304" pitchFamily="18" charset="0"/>
              <a:ea typeface="굴림" panose="020B0600000101010101" pitchFamily="34" charset="-127"/>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9">
            <a:extLst>
              <a:ext uri="{FF2B5EF4-FFF2-40B4-BE49-F238E27FC236}">
                <a16:creationId xmlns:a16="http://schemas.microsoft.com/office/drawing/2014/main" id="{07D7A9E0-58E2-126E-E87A-E24E1C46339B}"/>
              </a:ext>
            </a:extLst>
          </p:cNvPr>
          <p:cNvSpPr>
            <a:spLocks noGrp="1" noChangeArrowheads="1"/>
          </p:cNvSpPr>
          <p:nvPr>
            <p:ph type="title" idx="4294967295"/>
          </p:nvPr>
        </p:nvSpPr>
        <p:spPr>
          <a:xfrm>
            <a:off x="457200" y="228600"/>
            <a:ext cx="7772400" cy="457200"/>
          </a:xfrm>
        </p:spPr>
        <p:txBody>
          <a:bodyPr lIns="90488" tIns="44450" rIns="90488" bIns="44450" anchor="b"/>
          <a:lstStyle/>
          <a:p>
            <a:pPr eaLnBrk="1" hangingPunct="1"/>
            <a:r>
              <a:rPr lang="en-US" altLang="ko-KR" sz="3600">
                <a:ea typeface="굴림" panose="020B0600000101010101" pitchFamily="34" charset="-127"/>
              </a:rPr>
              <a:t>Computer Instruction</a:t>
            </a:r>
            <a:endParaRPr lang="ko-KR" altLang="en-US" sz="3600">
              <a:ea typeface="굴림" panose="020B0600000101010101" pitchFamily="34" charset="-127"/>
            </a:endParaRPr>
          </a:p>
        </p:txBody>
      </p:sp>
      <p:sp>
        <p:nvSpPr>
          <p:cNvPr id="61443" name="Rectangle 2">
            <a:extLst>
              <a:ext uri="{FF2B5EF4-FFF2-40B4-BE49-F238E27FC236}">
                <a16:creationId xmlns:a16="http://schemas.microsoft.com/office/drawing/2014/main" id="{263AF517-AFCC-CA05-3EE7-D42B9EEB6CAE}"/>
              </a:ext>
            </a:extLst>
          </p:cNvPr>
          <p:cNvSpPr>
            <a:spLocks noGrp="1" noChangeArrowheads="1"/>
          </p:cNvSpPr>
          <p:nvPr>
            <p:ph type="body" sz="half" idx="4294967295"/>
          </p:nvPr>
        </p:nvSpPr>
        <p:spPr>
          <a:xfrm>
            <a:off x="304800" y="762000"/>
            <a:ext cx="3810000" cy="4114800"/>
          </a:xfrm>
        </p:spPr>
        <p:txBody>
          <a:bodyPr/>
          <a:lstStyle/>
          <a:p>
            <a:pPr marL="176213" indent="-176213" eaLnBrk="1" hangingPunct="1">
              <a:lnSpc>
                <a:spcPct val="90000"/>
              </a:lnSpc>
              <a:buFontTx/>
              <a:buNone/>
            </a:pPr>
            <a:r>
              <a:rPr lang="en-US" altLang="ko-KR" sz="2000">
                <a:ea typeface="굴림" panose="020B0600000101010101" pitchFamily="34" charset="-127"/>
              </a:rPr>
              <a:t>3 Instruction Code Formats : </a:t>
            </a:r>
            <a:r>
              <a:rPr lang="en-US" altLang="ko-KR" sz="2000" b="1" i="1">
                <a:solidFill>
                  <a:srgbClr val="660066"/>
                </a:solidFill>
                <a:ea typeface="굴림" panose="020B0600000101010101" pitchFamily="34" charset="-127"/>
              </a:rPr>
              <a:t> </a:t>
            </a:r>
          </a:p>
          <a:p>
            <a:pPr marL="176213" indent="-176213" eaLnBrk="1" hangingPunct="1">
              <a:lnSpc>
                <a:spcPct val="90000"/>
              </a:lnSpc>
              <a:buFontTx/>
              <a:buNone/>
            </a:pPr>
            <a:r>
              <a:rPr lang="en-US" altLang="ko-KR" sz="2000" b="1" i="1">
                <a:solidFill>
                  <a:srgbClr val="660066"/>
                </a:solidFill>
                <a:ea typeface="굴림" panose="020B0600000101010101" pitchFamily="34" charset="-127"/>
              </a:rPr>
              <a:t>1-</a:t>
            </a:r>
            <a:r>
              <a:rPr lang="en-US" altLang="ko-KR" sz="2000">
                <a:ea typeface="굴림" panose="020B0600000101010101" pitchFamily="34" charset="-127"/>
              </a:rPr>
              <a:t>Register-reference instruction</a:t>
            </a:r>
          </a:p>
          <a:p>
            <a:pPr marL="581025" lvl="3" indent="0" eaLnBrk="1" hangingPunct="1">
              <a:lnSpc>
                <a:spcPct val="90000"/>
              </a:lnSpc>
            </a:pPr>
            <a:r>
              <a:rPr lang="en-US" altLang="ko-KR">
                <a:ea typeface="굴림" panose="020B0600000101010101" pitchFamily="34" charset="-127"/>
              </a:rPr>
              <a:t>7xxx (7800 ~  7001) : CLA, CMA, ….</a:t>
            </a:r>
          </a:p>
          <a:p>
            <a:pPr marL="581025" lvl="3" indent="0" eaLnBrk="1" hangingPunct="1">
              <a:lnSpc>
                <a:spcPct val="90000"/>
              </a:lnSpc>
            </a:pPr>
            <a:endParaRPr lang="en-US" altLang="ko-KR">
              <a:ea typeface="굴림" panose="020B0600000101010101" pitchFamily="34" charset="-127"/>
            </a:endParaRPr>
          </a:p>
          <a:p>
            <a:pPr marL="581025" lvl="3" indent="0" eaLnBrk="1" hangingPunct="1">
              <a:lnSpc>
                <a:spcPct val="90000"/>
              </a:lnSpc>
            </a:pPr>
            <a:endParaRPr lang="en-US" altLang="ko-KR">
              <a:ea typeface="굴림" panose="020B0600000101010101" pitchFamily="34" charset="-127"/>
            </a:endParaRPr>
          </a:p>
          <a:p>
            <a:pPr marL="581025" lvl="3" indent="0" eaLnBrk="1" hangingPunct="1">
              <a:lnSpc>
                <a:spcPct val="90000"/>
              </a:lnSpc>
            </a:pPr>
            <a:endParaRPr lang="en-US" altLang="ko-KR">
              <a:ea typeface="굴림" panose="020B0600000101010101" pitchFamily="34" charset="-127"/>
            </a:endParaRPr>
          </a:p>
          <a:p>
            <a:pPr marL="466725" lvl="2" indent="0" eaLnBrk="1" hangingPunct="1">
              <a:lnSpc>
                <a:spcPct val="90000"/>
              </a:lnSpc>
              <a:buFontTx/>
              <a:buNone/>
            </a:pPr>
            <a:r>
              <a:rPr lang="en-US" altLang="ko-KR" sz="2000">
                <a:ea typeface="굴림" panose="020B0600000101010101" pitchFamily="34" charset="-127"/>
              </a:rPr>
              <a:t>2-Input-Output instruction</a:t>
            </a:r>
          </a:p>
          <a:p>
            <a:pPr marL="581025" lvl="3" indent="0" eaLnBrk="1" hangingPunct="1">
              <a:lnSpc>
                <a:spcPct val="90000"/>
              </a:lnSpc>
            </a:pPr>
            <a:r>
              <a:rPr lang="en-US" altLang="ko-KR">
                <a:ea typeface="굴림" panose="020B0600000101010101" pitchFamily="34" charset="-127"/>
              </a:rPr>
              <a:t>Fxxx(F800 ~  F040) : INP, OUT, ION, SKI, ….</a:t>
            </a:r>
          </a:p>
        </p:txBody>
      </p:sp>
      <p:grpSp>
        <p:nvGrpSpPr>
          <p:cNvPr id="61444" name="Group 3">
            <a:extLst>
              <a:ext uri="{FF2B5EF4-FFF2-40B4-BE49-F238E27FC236}">
                <a16:creationId xmlns:a16="http://schemas.microsoft.com/office/drawing/2014/main" id="{E715803F-2F14-2720-8F08-AE71483B9D10}"/>
              </a:ext>
            </a:extLst>
          </p:cNvPr>
          <p:cNvGrpSpPr>
            <a:grpSpLocks/>
          </p:cNvGrpSpPr>
          <p:nvPr/>
        </p:nvGrpSpPr>
        <p:grpSpPr bwMode="auto">
          <a:xfrm>
            <a:off x="1295400" y="5943600"/>
            <a:ext cx="3276600" cy="533400"/>
            <a:chOff x="768" y="1392"/>
            <a:chExt cx="2064" cy="336"/>
          </a:xfrm>
        </p:grpSpPr>
        <p:sp>
          <p:nvSpPr>
            <p:cNvPr id="61466" name="Rectangle 4">
              <a:extLst>
                <a:ext uri="{FF2B5EF4-FFF2-40B4-BE49-F238E27FC236}">
                  <a16:creationId xmlns:a16="http://schemas.microsoft.com/office/drawing/2014/main" id="{0245B003-F9B3-E3EE-830B-B4796D46C056}"/>
                </a:ext>
              </a:extLst>
            </p:cNvPr>
            <p:cNvSpPr>
              <a:spLocks noChangeArrowheads="1"/>
            </p:cNvSpPr>
            <p:nvPr/>
          </p:nvSpPr>
          <p:spPr bwMode="auto">
            <a:xfrm>
              <a:off x="816" y="1536"/>
              <a:ext cx="1632" cy="192"/>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200">
                <a:latin typeface="Times New Roman" panose="02020603050405020304" pitchFamily="18" charset="0"/>
              </a:endParaRPr>
            </a:p>
          </p:txBody>
        </p:sp>
        <p:sp>
          <p:nvSpPr>
            <p:cNvPr id="61467" name="Text Box 5">
              <a:extLst>
                <a:ext uri="{FF2B5EF4-FFF2-40B4-BE49-F238E27FC236}">
                  <a16:creationId xmlns:a16="http://schemas.microsoft.com/office/drawing/2014/main" id="{5948A4D0-8664-958E-89C0-D9FD86369079}"/>
                </a:ext>
              </a:extLst>
            </p:cNvPr>
            <p:cNvSpPr txBox="1">
              <a:spLocks noChangeArrowheads="1"/>
            </p:cNvSpPr>
            <p:nvPr/>
          </p:nvSpPr>
          <p:spPr bwMode="auto">
            <a:xfrm>
              <a:off x="816" y="1555"/>
              <a:ext cx="20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en-US" altLang="ko-KR" sz="1200">
                  <a:latin typeface="Times New Roman" panose="02020603050405020304" pitchFamily="18" charset="0"/>
                  <a:ea typeface="굴림" panose="020B0600000101010101" pitchFamily="34" charset="-127"/>
                </a:rPr>
                <a:t>I    Opcode                 Address</a:t>
              </a:r>
            </a:p>
          </p:txBody>
        </p:sp>
        <p:sp>
          <p:nvSpPr>
            <p:cNvPr id="61468" name="Text Box 6">
              <a:extLst>
                <a:ext uri="{FF2B5EF4-FFF2-40B4-BE49-F238E27FC236}">
                  <a16:creationId xmlns:a16="http://schemas.microsoft.com/office/drawing/2014/main" id="{6464DD92-06A8-099D-5F17-7144B8E66244}"/>
                </a:ext>
              </a:extLst>
            </p:cNvPr>
            <p:cNvSpPr txBox="1">
              <a:spLocks noChangeArrowheads="1"/>
            </p:cNvSpPr>
            <p:nvPr/>
          </p:nvSpPr>
          <p:spPr bwMode="auto">
            <a:xfrm>
              <a:off x="768" y="1392"/>
              <a:ext cx="20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000" b="1">
                  <a:solidFill>
                    <a:srgbClr val="A50021"/>
                  </a:solidFill>
                  <a:latin typeface="Times New Roman" panose="02020603050405020304" pitchFamily="18" charset="0"/>
                  <a:ea typeface="굴림" panose="020B0600000101010101" pitchFamily="34" charset="-127"/>
                </a:rPr>
                <a:t> 15  14           12    11                                            0</a:t>
              </a:r>
            </a:p>
          </p:txBody>
        </p:sp>
        <p:sp>
          <p:nvSpPr>
            <p:cNvPr id="61469" name="Line 7">
              <a:extLst>
                <a:ext uri="{FF2B5EF4-FFF2-40B4-BE49-F238E27FC236}">
                  <a16:creationId xmlns:a16="http://schemas.microsoft.com/office/drawing/2014/main" id="{54047B73-2514-D4C1-4E73-3BBD385FDEA7}"/>
                </a:ext>
              </a:extLst>
            </p:cNvPr>
            <p:cNvSpPr>
              <a:spLocks noChangeShapeType="1"/>
            </p:cNvSpPr>
            <p:nvPr/>
          </p:nvSpPr>
          <p:spPr bwMode="auto">
            <a:xfrm>
              <a:off x="1392"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70" name="Line 8">
              <a:extLst>
                <a:ext uri="{FF2B5EF4-FFF2-40B4-BE49-F238E27FC236}">
                  <a16:creationId xmlns:a16="http://schemas.microsoft.com/office/drawing/2014/main" id="{27C58CB4-C939-A176-E860-FC16C36DC1AA}"/>
                </a:ext>
              </a:extLst>
            </p:cNvPr>
            <p:cNvSpPr>
              <a:spLocks noChangeShapeType="1"/>
            </p:cNvSpPr>
            <p:nvPr/>
          </p:nvSpPr>
          <p:spPr bwMode="auto">
            <a:xfrm>
              <a:off x="960"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1445" name="AutoShape 9">
            <a:extLst>
              <a:ext uri="{FF2B5EF4-FFF2-40B4-BE49-F238E27FC236}">
                <a16:creationId xmlns:a16="http://schemas.microsoft.com/office/drawing/2014/main" id="{4A201C70-E6AE-FB3A-9720-F0B91BF0F7BE}"/>
              </a:ext>
            </a:extLst>
          </p:cNvPr>
          <p:cNvSpPr>
            <a:spLocks noChangeArrowheads="1"/>
          </p:cNvSpPr>
          <p:nvPr/>
        </p:nvSpPr>
        <p:spPr bwMode="auto">
          <a:xfrm>
            <a:off x="304800" y="6019800"/>
            <a:ext cx="990600" cy="457200"/>
          </a:xfrm>
          <a:prstGeom prst="wedgeRoundRectCallout">
            <a:avLst>
              <a:gd name="adj1" fmla="val 53528"/>
              <a:gd name="adj2" fmla="val 13542"/>
              <a:gd name="adj3" fmla="val 16667"/>
            </a:avLst>
          </a:prstGeom>
          <a:solidFill>
            <a:srgbClr val="00FFFF"/>
          </a:solidFill>
          <a:ln w="12700">
            <a:solidFill>
              <a:srgbClr val="FF66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latinLnBrk="1" hangingPunct="1">
              <a:spcBef>
                <a:spcPct val="0"/>
              </a:spcBef>
              <a:buFontTx/>
              <a:buNone/>
            </a:pPr>
            <a:r>
              <a:rPr lang="en-US" altLang="ko-KR" sz="1400">
                <a:solidFill>
                  <a:srgbClr val="A50021"/>
                </a:solidFill>
                <a:latin typeface="Times New Roman" panose="02020603050405020304" pitchFamily="18" charset="0"/>
                <a:ea typeface="굴림" panose="020B0600000101010101" pitchFamily="34" charset="-127"/>
              </a:rPr>
              <a:t>I=0 : Direct, </a:t>
            </a:r>
          </a:p>
          <a:p>
            <a:pPr algn="ctr" eaLnBrk="1" latinLnBrk="1" hangingPunct="1">
              <a:spcBef>
                <a:spcPct val="0"/>
              </a:spcBef>
              <a:buFontTx/>
              <a:buNone/>
            </a:pPr>
            <a:r>
              <a:rPr lang="en-US" altLang="ko-KR" sz="1400">
                <a:solidFill>
                  <a:srgbClr val="A50021"/>
                </a:solidFill>
                <a:latin typeface="Times New Roman" panose="02020603050405020304" pitchFamily="18" charset="0"/>
                <a:ea typeface="굴림" panose="020B0600000101010101" pitchFamily="34" charset="-127"/>
              </a:rPr>
              <a:t> I=1 : Indirect</a:t>
            </a:r>
            <a:endParaRPr lang="en-US" altLang="ko-KR" sz="1400">
              <a:latin typeface="Times New Roman" panose="02020603050405020304" pitchFamily="18" charset="0"/>
              <a:ea typeface="굴림" panose="020B0600000101010101" pitchFamily="34" charset="-127"/>
            </a:endParaRPr>
          </a:p>
        </p:txBody>
      </p:sp>
      <p:grpSp>
        <p:nvGrpSpPr>
          <p:cNvPr id="61446" name="Group 10">
            <a:extLst>
              <a:ext uri="{FF2B5EF4-FFF2-40B4-BE49-F238E27FC236}">
                <a16:creationId xmlns:a16="http://schemas.microsoft.com/office/drawing/2014/main" id="{109827C6-D5E2-CF9C-ED91-20C8EFD81DD9}"/>
              </a:ext>
            </a:extLst>
          </p:cNvPr>
          <p:cNvGrpSpPr>
            <a:grpSpLocks/>
          </p:cNvGrpSpPr>
          <p:nvPr/>
        </p:nvGrpSpPr>
        <p:grpSpPr bwMode="auto">
          <a:xfrm>
            <a:off x="1066800" y="1981200"/>
            <a:ext cx="3276600" cy="533400"/>
            <a:chOff x="768" y="1392"/>
            <a:chExt cx="2064" cy="336"/>
          </a:xfrm>
        </p:grpSpPr>
        <p:sp>
          <p:nvSpPr>
            <p:cNvPr id="61461" name="Rectangle 11">
              <a:extLst>
                <a:ext uri="{FF2B5EF4-FFF2-40B4-BE49-F238E27FC236}">
                  <a16:creationId xmlns:a16="http://schemas.microsoft.com/office/drawing/2014/main" id="{A56EAB51-40AE-35BB-0418-4C0D99E37F18}"/>
                </a:ext>
              </a:extLst>
            </p:cNvPr>
            <p:cNvSpPr>
              <a:spLocks noChangeArrowheads="1"/>
            </p:cNvSpPr>
            <p:nvPr/>
          </p:nvSpPr>
          <p:spPr bwMode="auto">
            <a:xfrm>
              <a:off x="816" y="1536"/>
              <a:ext cx="1632" cy="192"/>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200">
                <a:latin typeface="Times New Roman" panose="02020603050405020304" pitchFamily="18" charset="0"/>
              </a:endParaRPr>
            </a:p>
          </p:txBody>
        </p:sp>
        <p:sp>
          <p:nvSpPr>
            <p:cNvPr id="61462" name="Text Box 12">
              <a:extLst>
                <a:ext uri="{FF2B5EF4-FFF2-40B4-BE49-F238E27FC236}">
                  <a16:creationId xmlns:a16="http://schemas.microsoft.com/office/drawing/2014/main" id="{B67C7E97-8D32-20F9-F2A8-7BBA9009C8E1}"/>
                </a:ext>
              </a:extLst>
            </p:cNvPr>
            <p:cNvSpPr txBox="1">
              <a:spLocks noChangeArrowheads="1"/>
            </p:cNvSpPr>
            <p:nvPr/>
          </p:nvSpPr>
          <p:spPr bwMode="auto">
            <a:xfrm>
              <a:off x="816" y="1555"/>
              <a:ext cx="20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200">
                  <a:latin typeface="Times New Roman" panose="02020603050405020304" pitchFamily="18" charset="0"/>
                  <a:ea typeface="굴림" panose="020B0600000101010101" pitchFamily="34" charset="-127"/>
                </a:rPr>
                <a:t>0    1    1    1         </a:t>
              </a:r>
              <a:r>
                <a:rPr kumimoji="1" lang="en-US" altLang="ko-KR" sz="1200">
                  <a:latin typeface="Times New Roman" panose="02020603050405020304" pitchFamily="18" charset="0"/>
                  <a:ea typeface="굴림" panose="020B0600000101010101" pitchFamily="34" charset="-127"/>
                </a:rPr>
                <a:t>Register Operation</a:t>
              </a:r>
            </a:p>
          </p:txBody>
        </p:sp>
        <p:sp>
          <p:nvSpPr>
            <p:cNvPr id="61463" name="Text Box 13">
              <a:extLst>
                <a:ext uri="{FF2B5EF4-FFF2-40B4-BE49-F238E27FC236}">
                  <a16:creationId xmlns:a16="http://schemas.microsoft.com/office/drawing/2014/main" id="{33563C1F-B530-B2E2-6CDA-C880A39567D9}"/>
                </a:ext>
              </a:extLst>
            </p:cNvPr>
            <p:cNvSpPr txBox="1">
              <a:spLocks noChangeArrowheads="1"/>
            </p:cNvSpPr>
            <p:nvPr/>
          </p:nvSpPr>
          <p:spPr bwMode="auto">
            <a:xfrm>
              <a:off x="768" y="1392"/>
              <a:ext cx="20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000" b="1">
                  <a:solidFill>
                    <a:srgbClr val="A50021"/>
                  </a:solidFill>
                  <a:latin typeface="Times New Roman" panose="02020603050405020304" pitchFamily="18" charset="0"/>
                  <a:ea typeface="굴림" panose="020B0600000101010101" pitchFamily="34" charset="-127"/>
                </a:rPr>
                <a:t> 15  14           12    11                                            0</a:t>
              </a:r>
            </a:p>
          </p:txBody>
        </p:sp>
        <p:sp>
          <p:nvSpPr>
            <p:cNvPr id="61464" name="Line 14">
              <a:extLst>
                <a:ext uri="{FF2B5EF4-FFF2-40B4-BE49-F238E27FC236}">
                  <a16:creationId xmlns:a16="http://schemas.microsoft.com/office/drawing/2014/main" id="{5254CAA0-170A-B861-36E3-72A14EC15E20}"/>
                </a:ext>
              </a:extLst>
            </p:cNvPr>
            <p:cNvSpPr>
              <a:spLocks noChangeShapeType="1"/>
            </p:cNvSpPr>
            <p:nvPr/>
          </p:nvSpPr>
          <p:spPr bwMode="auto">
            <a:xfrm>
              <a:off x="1392"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65" name="Line 15">
              <a:extLst>
                <a:ext uri="{FF2B5EF4-FFF2-40B4-BE49-F238E27FC236}">
                  <a16:creationId xmlns:a16="http://schemas.microsoft.com/office/drawing/2014/main" id="{282D8574-F371-5BCB-CFE0-D5AB5667AD01}"/>
                </a:ext>
              </a:extLst>
            </p:cNvPr>
            <p:cNvSpPr>
              <a:spLocks noChangeShapeType="1"/>
            </p:cNvSpPr>
            <p:nvPr/>
          </p:nvSpPr>
          <p:spPr bwMode="auto">
            <a:xfrm>
              <a:off x="960"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1447" name="Group 16">
            <a:extLst>
              <a:ext uri="{FF2B5EF4-FFF2-40B4-BE49-F238E27FC236}">
                <a16:creationId xmlns:a16="http://schemas.microsoft.com/office/drawing/2014/main" id="{BB32035D-59E2-7E56-7E1C-002D164A7A5D}"/>
              </a:ext>
            </a:extLst>
          </p:cNvPr>
          <p:cNvGrpSpPr>
            <a:grpSpLocks/>
          </p:cNvGrpSpPr>
          <p:nvPr/>
        </p:nvGrpSpPr>
        <p:grpSpPr bwMode="auto">
          <a:xfrm>
            <a:off x="990600" y="4038600"/>
            <a:ext cx="3276600" cy="533400"/>
            <a:chOff x="768" y="1392"/>
            <a:chExt cx="2064" cy="336"/>
          </a:xfrm>
        </p:grpSpPr>
        <p:sp>
          <p:nvSpPr>
            <p:cNvPr id="61456" name="Rectangle 17">
              <a:extLst>
                <a:ext uri="{FF2B5EF4-FFF2-40B4-BE49-F238E27FC236}">
                  <a16:creationId xmlns:a16="http://schemas.microsoft.com/office/drawing/2014/main" id="{AA5559AA-4399-EA79-2AB0-05435C9EF70D}"/>
                </a:ext>
              </a:extLst>
            </p:cNvPr>
            <p:cNvSpPr>
              <a:spLocks noChangeArrowheads="1"/>
            </p:cNvSpPr>
            <p:nvPr/>
          </p:nvSpPr>
          <p:spPr bwMode="auto">
            <a:xfrm>
              <a:off x="816" y="1536"/>
              <a:ext cx="1632" cy="192"/>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200">
                <a:latin typeface="Times New Roman" panose="02020603050405020304" pitchFamily="18" charset="0"/>
              </a:endParaRPr>
            </a:p>
          </p:txBody>
        </p:sp>
        <p:sp>
          <p:nvSpPr>
            <p:cNvPr id="61457" name="Text Box 18">
              <a:extLst>
                <a:ext uri="{FF2B5EF4-FFF2-40B4-BE49-F238E27FC236}">
                  <a16:creationId xmlns:a16="http://schemas.microsoft.com/office/drawing/2014/main" id="{662AB456-A02E-2DCB-D446-8A8AE3299AD9}"/>
                </a:ext>
              </a:extLst>
            </p:cNvPr>
            <p:cNvSpPr txBox="1">
              <a:spLocks noChangeArrowheads="1"/>
            </p:cNvSpPr>
            <p:nvPr/>
          </p:nvSpPr>
          <p:spPr bwMode="auto">
            <a:xfrm>
              <a:off x="816" y="1555"/>
              <a:ext cx="20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200">
                  <a:latin typeface="Times New Roman" panose="02020603050405020304" pitchFamily="18" charset="0"/>
                  <a:ea typeface="굴림" panose="020B0600000101010101" pitchFamily="34" charset="-127"/>
                </a:rPr>
                <a:t>1    1    1    1            </a:t>
              </a:r>
              <a:r>
                <a:rPr kumimoji="1" lang="en-US" altLang="ko-KR" sz="1200">
                  <a:latin typeface="Times New Roman" panose="02020603050405020304" pitchFamily="18" charset="0"/>
                  <a:ea typeface="굴림" panose="020B0600000101010101" pitchFamily="34" charset="-127"/>
                </a:rPr>
                <a:t>I/O  Operation</a:t>
              </a:r>
            </a:p>
          </p:txBody>
        </p:sp>
        <p:sp>
          <p:nvSpPr>
            <p:cNvPr id="61458" name="Text Box 19">
              <a:extLst>
                <a:ext uri="{FF2B5EF4-FFF2-40B4-BE49-F238E27FC236}">
                  <a16:creationId xmlns:a16="http://schemas.microsoft.com/office/drawing/2014/main" id="{8FC247AD-E86A-11D0-886F-4412016424F1}"/>
                </a:ext>
              </a:extLst>
            </p:cNvPr>
            <p:cNvSpPr txBox="1">
              <a:spLocks noChangeArrowheads="1"/>
            </p:cNvSpPr>
            <p:nvPr/>
          </p:nvSpPr>
          <p:spPr bwMode="auto">
            <a:xfrm>
              <a:off x="768" y="1392"/>
              <a:ext cx="20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000" b="1">
                  <a:solidFill>
                    <a:srgbClr val="A50021"/>
                  </a:solidFill>
                  <a:latin typeface="Times New Roman" panose="02020603050405020304" pitchFamily="18" charset="0"/>
                  <a:ea typeface="굴림" panose="020B0600000101010101" pitchFamily="34" charset="-127"/>
                </a:rPr>
                <a:t> 15  14           12    11                                            0</a:t>
              </a:r>
            </a:p>
          </p:txBody>
        </p:sp>
        <p:sp>
          <p:nvSpPr>
            <p:cNvPr id="61459" name="Line 20">
              <a:extLst>
                <a:ext uri="{FF2B5EF4-FFF2-40B4-BE49-F238E27FC236}">
                  <a16:creationId xmlns:a16="http://schemas.microsoft.com/office/drawing/2014/main" id="{CC5EFD07-03DC-9BFA-9EC2-61F63F024095}"/>
                </a:ext>
              </a:extLst>
            </p:cNvPr>
            <p:cNvSpPr>
              <a:spLocks noChangeShapeType="1"/>
            </p:cNvSpPr>
            <p:nvPr/>
          </p:nvSpPr>
          <p:spPr bwMode="auto">
            <a:xfrm>
              <a:off x="1392"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60" name="Line 21">
              <a:extLst>
                <a:ext uri="{FF2B5EF4-FFF2-40B4-BE49-F238E27FC236}">
                  <a16:creationId xmlns:a16="http://schemas.microsoft.com/office/drawing/2014/main" id="{64F62494-2311-2830-ABC5-17766621C24F}"/>
                </a:ext>
              </a:extLst>
            </p:cNvPr>
            <p:cNvSpPr>
              <a:spLocks noChangeShapeType="1"/>
            </p:cNvSpPr>
            <p:nvPr/>
          </p:nvSpPr>
          <p:spPr bwMode="auto">
            <a:xfrm>
              <a:off x="960"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1448" name="AutoShape 23">
            <a:extLst>
              <a:ext uri="{FF2B5EF4-FFF2-40B4-BE49-F238E27FC236}">
                <a16:creationId xmlns:a16="http://schemas.microsoft.com/office/drawing/2014/main" id="{33AB01B5-CBA4-0D50-3473-63F2CF186CF4}"/>
              </a:ext>
            </a:extLst>
          </p:cNvPr>
          <p:cNvSpPr>
            <a:spLocks/>
          </p:cNvSpPr>
          <p:nvPr/>
        </p:nvSpPr>
        <p:spPr bwMode="auto">
          <a:xfrm>
            <a:off x="4267200" y="1905000"/>
            <a:ext cx="152400" cy="1524000"/>
          </a:xfrm>
          <a:prstGeom prst="leftBrace">
            <a:avLst>
              <a:gd name="adj1" fmla="val 83333"/>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200">
              <a:latin typeface="Times New Roman" panose="02020603050405020304" pitchFamily="18" charset="0"/>
            </a:endParaRPr>
          </a:p>
        </p:txBody>
      </p:sp>
      <p:sp>
        <p:nvSpPr>
          <p:cNvPr id="61449" name="AutoShape 24">
            <a:extLst>
              <a:ext uri="{FF2B5EF4-FFF2-40B4-BE49-F238E27FC236}">
                <a16:creationId xmlns:a16="http://schemas.microsoft.com/office/drawing/2014/main" id="{CAE29C4A-F642-7027-2EE1-B36967B93F69}"/>
              </a:ext>
            </a:extLst>
          </p:cNvPr>
          <p:cNvSpPr>
            <a:spLocks/>
          </p:cNvSpPr>
          <p:nvPr/>
        </p:nvSpPr>
        <p:spPr bwMode="auto">
          <a:xfrm>
            <a:off x="4114800" y="3733800"/>
            <a:ext cx="304800" cy="1447800"/>
          </a:xfrm>
          <a:prstGeom prst="leftBrace">
            <a:avLst>
              <a:gd name="adj1" fmla="val 39583"/>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200">
              <a:latin typeface="Times New Roman" panose="02020603050405020304" pitchFamily="18" charset="0"/>
            </a:endParaRPr>
          </a:p>
        </p:txBody>
      </p:sp>
      <p:sp>
        <p:nvSpPr>
          <p:cNvPr id="61450" name="AutoShape 25">
            <a:extLst>
              <a:ext uri="{FF2B5EF4-FFF2-40B4-BE49-F238E27FC236}">
                <a16:creationId xmlns:a16="http://schemas.microsoft.com/office/drawing/2014/main" id="{B9A65505-753F-FCA3-091D-8B971BCAED05}"/>
              </a:ext>
            </a:extLst>
          </p:cNvPr>
          <p:cNvSpPr>
            <a:spLocks/>
          </p:cNvSpPr>
          <p:nvPr/>
        </p:nvSpPr>
        <p:spPr bwMode="auto">
          <a:xfrm>
            <a:off x="4191000" y="5410200"/>
            <a:ext cx="76200" cy="1143000"/>
          </a:xfrm>
          <a:prstGeom prst="leftBrace">
            <a:avLst>
              <a:gd name="adj1" fmla="val 125000"/>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200">
              <a:latin typeface="Times New Roman" panose="02020603050405020304" pitchFamily="18" charset="0"/>
            </a:endParaRPr>
          </a:p>
        </p:txBody>
      </p:sp>
      <p:sp>
        <p:nvSpPr>
          <p:cNvPr id="61451" name="Freeform 26">
            <a:extLst>
              <a:ext uri="{FF2B5EF4-FFF2-40B4-BE49-F238E27FC236}">
                <a16:creationId xmlns:a16="http://schemas.microsoft.com/office/drawing/2014/main" id="{53287776-D3F7-D638-5A97-F0E28CF072FC}"/>
              </a:ext>
            </a:extLst>
          </p:cNvPr>
          <p:cNvSpPr>
            <a:spLocks/>
          </p:cNvSpPr>
          <p:nvPr/>
        </p:nvSpPr>
        <p:spPr bwMode="auto">
          <a:xfrm>
            <a:off x="2971800" y="3810000"/>
            <a:ext cx="1143000" cy="685800"/>
          </a:xfrm>
          <a:custGeom>
            <a:avLst/>
            <a:gdLst>
              <a:gd name="T0" fmla="*/ 0 w 720"/>
              <a:gd name="T1" fmla="*/ 0 h 432"/>
              <a:gd name="T2" fmla="*/ 2147483646 w 720"/>
              <a:gd name="T3" fmla="*/ 2147483646 h 432"/>
              <a:gd name="T4" fmla="*/ 2147483646 w 720"/>
              <a:gd name="T5" fmla="*/ 2147483646 h 432"/>
              <a:gd name="T6" fmla="*/ 0 60000 65536"/>
              <a:gd name="T7" fmla="*/ 0 60000 65536"/>
              <a:gd name="T8" fmla="*/ 0 60000 65536"/>
              <a:gd name="T9" fmla="*/ 0 w 720"/>
              <a:gd name="T10" fmla="*/ 0 h 432"/>
              <a:gd name="T11" fmla="*/ 720 w 720"/>
              <a:gd name="T12" fmla="*/ 432 h 432"/>
            </a:gdLst>
            <a:ahLst/>
            <a:cxnLst>
              <a:cxn ang="T6">
                <a:pos x="T0" y="T1"/>
              </a:cxn>
              <a:cxn ang="T7">
                <a:pos x="T2" y="T3"/>
              </a:cxn>
              <a:cxn ang="T8">
                <a:pos x="T4" y="T5"/>
              </a:cxn>
            </a:cxnLst>
            <a:rect l="T9" t="T10" r="T11" b="T12"/>
            <a:pathLst>
              <a:path w="720" h="432">
                <a:moveTo>
                  <a:pt x="0" y="0"/>
                </a:moveTo>
                <a:cubicBezTo>
                  <a:pt x="108" y="36"/>
                  <a:pt x="216" y="72"/>
                  <a:pt x="336" y="144"/>
                </a:cubicBezTo>
                <a:cubicBezTo>
                  <a:pt x="456" y="216"/>
                  <a:pt x="588" y="324"/>
                  <a:pt x="720" y="432"/>
                </a:cubicBezTo>
              </a:path>
            </a:pathLst>
          </a:custGeom>
          <a:noFill/>
          <a:ln w="57150">
            <a:solidFill>
              <a:srgbClr val="FFCC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452" name="Freeform 27">
            <a:extLst>
              <a:ext uri="{FF2B5EF4-FFF2-40B4-BE49-F238E27FC236}">
                <a16:creationId xmlns:a16="http://schemas.microsoft.com/office/drawing/2014/main" id="{A6A86A2D-FB59-72AF-3E98-B0E14AE3937E}"/>
              </a:ext>
            </a:extLst>
          </p:cNvPr>
          <p:cNvSpPr>
            <a:spLocks/>
          </p:cNvSpPr>
          <p:nvPr/>
        </p:nvSpPr>
        <p:spPr bwMode="auto">
          <a:xfrm>
            <a:off x="2895600" y="2667000"/>
            <a:ext cx="1295400" cy="330200"/>
          </a:xfrm>
          <a:custGeom>
            <a:avLst/>
            <a:gdLst>
              <a:gd name="T0" fmla="*/ 0 w 816"/>
              <a:gd name="T1" fmla="*/ 0 h 208"/>
              <a:gd name="T2" fmla="*/ 2147483646 w 816"/>
              <a:gd name="T3" fmla="*/ 2147483646 h 208"/>
              <a:gd name="T4" fmla="*/ 2147483646 w 816"/>
              <a:gd name="T5" fmla="*/ 2147483646 h 208"/>
              <a:gd name="T6" fmla="*/ 2147483646 w 816"/>
              <a:gd name="T7" fmla="*/ 2147483646 h 208"/>
              <a:gd name="T8" fmla="*/ 0 60000 65536"/>
              <a:gd name="T9" fmla="*/ 0 60000 65536"/>
              <a:gd name="T10" fmla="*/ 0 60000 65536"/>
              <a:gd name="T11" fmla="*/ 0 60000 65536"/>
              <a:gd name="T12" fmla="*/ 0 w 816"/>
              <a:gd name="T13" fmla="*/ 0 h 208"/>
              <a:gd name="T14" fmla="*/ 816 w 816"/>
              <a:gd name="T15" fmla="*/ 208 h 208"/>
            </a:gdLst>
            <a:ahLst/>
            <a:cxnLst>
              <a:cxn ang="T8">
                <a:pos x="T0" y="T1"/>
              </a:cxn>
              <a:cxn ang="T9">
                <a:pos x="T2" y="T3"/>
              </a:cxn>
              <a:cxn ang="T10">
                <a:pos x="T4" y="T5"/>
              </a:cxn>
              <a:cxn ang="T11">
                <a:pos x="T6" y="T7"/>
              </a:cxn>
            </a:cxnLst>
            <a:rect l="T12" t="T13" r="T14" b="T15"/>
            <a:pathLst>
              <a:path w="816" h="208">
                <a:moveTo>
                  <a:pt x="0" y="0"/>
                </a:moveTo>
                <a:cubicBezTo>
                  <a:pt x="116" y="32"/>
                  <a:pt x="232" y="64"/>
                  <a:pt x="336" y="96"/>
                </a:cubicBezTo>
                <a:cubicBezTo>
                  <a:pt x="440" y="128"/>
                  <a:pt x="544" y="176"/>
                  <a:pt x="624" y="192"/>
                </a:cubicBezTo>
                <a:cubicBezTo>
                  <a:pt x="704" y="208"/>
                  <a:pt x="760" y="200"/>
                  <a:pt x="816" y="192"/>
                </a:cubicBezTo>
              </a:path>
            </a:pathLst>
          </a:custGeom>
          <a:noFill/>
          <a:ln w="50800">
            <a:solidFill>
              <a:srgbClr val="00FF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453" name="Freeform 28">
            <a:extLst>
              <a:ext uri="{FF2B5EF4-FFF2-40B4-BE49-F238E27FC236}">
                <a16:creationId xmlns:a16="http://schemas.microsoft.com/office/drawing/2014/main" id="{B6C0C150-3BCE-1428-D5A3-1AF9E6A2609A}"/>
              </a:ext>
            </a:extLst>
          </p:cNvPr>
          <p:cNvSpPr>
            <a:spLocks/>
          </p:cNvSpPr>
          <p:nvPr/>
        </p:nvSpPr>
        <p:spPr bwMode="auto">
          <a:xfrm>
            <a:off x="2971800" y="5791200"/>
            <a:ext cx="1295400" cy="165100"/>
          </a:xfrm>
          <a:custGeom>
            <a:avLst/>
            <a:gdLst>
              <a:gd name="T0" fmla="*/ 0 w 1152"/>
              <a:gd name="T1" fmla="*/ 2147483646 h 64"/>
              <a:gd name="T2" fmla="*/ 2147483646 w 1152"/>
              <a:gd name="T3" fmla="*/ 2147483646 h 64"/>
              <a:gd name="T4" fmla="*/ 2147483646 w 1152"/>
              <a:gd name="T5" fmla="*/ 2147483646 h 64"/>
              <a:gd name="T6" fmla="*/ 2147483646 w 1152"/>
              <a:gd name="T7" fmla="*/ 2147483646 h 64"/>
              <a:gd name="T8" fmla="*/ 0 60000 65536"/>
              <a:gd name="T9" fmla="*/ 0 60000 65536"/>
              <a:gd name="T10" fmla="*/ 0 60000 65536"/>
              <a:gd name="T11" fmla="*/ 0 60000 65536"/>
              <a:gd name="T12" fmla="*/ 0 w 1152"/>
              <a:gd name="T13" fmla="*/ 0 h 64"/>
              <a:gd name="T14" fmla="*/ 1152 w 1152"/>
              <a:gd name="T15" fmla="*/ 64 h 64"/>
            </a:gdLst>
            <a:ahLst/>
            <a:cxnLst>
              <a:cxn ang="T8">
                <a:pos x="T0" y="T1"/>
              </a:cxn>
              <a:cxn ang="T9">
                <a:pos x="T2" y="T3"/>
              </a:cxn>
              <a:cxn ang="T10">
                <a:pos x="T4" y="T5"/>
              </a:cxn>
              <a:cxn ang="T11">
                <a:pos x="T6" y="T7"/>
              </a:cxn>
            </a:cxnLst>
            <a:rect l="T12" t="T13" r="T14" b="T15"/>
            <a:pathLst>
              <a:path w="1152" h="64">
                <a:moveTo>
                  <a:pt x="0" y="8"/>
                </a:moveTo>
                <a:cubicBezTo>
                  <a:pt x="164" y="4"/>
                  <a:pt x="328" y="0"/>
                  <a:pt x="480" y="8"/>
                </a:cubicBezTo>
                <a:cubicBezTo>
                  <a:pt x="632" y="16"/>
                  <a:pt x="800" y="48"/>
                  <a:pt x="912" y="56"/>
                </a:cubicBezTo>
                <a:cubicBezTo>
                  <a:pt x="1024" y="64"/>
                  <a:pt x="1088" y="60"/>
                  <a:pt x="1152" y="56"/>
                </a:cubicBezTo>
              </a:path>
            </a:pathLst>
          </a:custGeom>
          <a:noFill/>
          <a:ln w="50800">
            <a:solidFill>
              <a:srgbClr val="00FF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pic>
        <p:nvPicPr>
          <p:cNvPr id="61454" name="Picture 31">
            <a:extLst>
              <a:ext uri="{FF2B5EF4-FFF2-40B4-BE49-F238E27FC236}">
                <a16:creationId xmlns:a16="http://schemas.microsoft.com/office/drawing/2014/main" id="{86FE97D1-683B-D70A-B9EC-C0EF5F3171EC}"/>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4419600" y="838200"/>
            <a:ext cx="4495800" cy="5791200"/>
          </a:xfrm>
        </p:spPr>
      </p:pic>
      <p:sp>
        <p:nvSpPr>
          <p:cNvPr id="61455" name="Rectangle 33">
            <a:extLst>
              <a:ext uri="{FF2B5EF4-FFF2-40B4-BE49-F238E27FC236}">
                <a16:creationId xmlns:a16="http://schemas.microsoft.com/office/drawing/2014/main" id="{F7580D28-729D-00E3-96AD-5EEB0F9EAB1B}"/>
              </a:ext>
            </a:extLst>
          </p:cNvPr>
          <p:cNvSpPr>
            <a:spLocks noChangeArrowheads="1"/>
          </p:cNvSpPr>
          <p:nvPr/>
        </p:nvSpPr>
        <p:spPr bwMode="auto">
          <a:xfrm>
            <a:off x="228600" y="4419600"/>
            <a:ext cx="4572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ko-KR" sz="2000">
              <a:latin typeface="Times New Roman" panose="02020603050405020304" pitchFamily="18" charset="0"/>
              <a:ea typeface="굴림" panose="020B0600000101010101" pitchFamily="34" charset="-127"/>
            </a:endParaRPr>
          </a:p>
          <a:p>
            <a:pPr eaLnBrk="1" hangingPunct="1">
              <a:spcBef>
                <a:spcPct val="0"/>
              </a:spcBef>
              <a:buFontTx/>
              <a:buNone/>
            </a:pPr>
            <a:r>
              <a:rPr lang="en-US" altLang="ko-KR" sz="2000">
                <a:latin typeface="Times New Roman" panose="02020603050405020304" pitchFamily="18" charset="0"/>
                <a:ea typeface="굴림" panose="020B0600000101010101" pitchFamily="34" charset="-127"/>
              </a:rPr>
              <a:t>3-Memory-reference instruction</a:t>
            </a:r>
          </a:p>
          <a:p>
            <a:pPr lvl="1" eaLnBrk="1" hangingPunct="1">
              <a:spcBef>
                <a:spcPct val="0"/>
              </a:spcBef>
              <a:buFontTx/>
              <a:buNone/>
            </a:pPr>
            <a:r>
              <a:rPr lang="en-US" altLang="ko-KR" sz="2000">
                <a:latin typeface="Times New Roman" panose="02020603050405020304" pitchFamily="18" charset="0"/>
                <a:ea typeface="굴림" panose="020B0600000101010101" pitchFamily="34" charset="-127"/>
              </a:rPr>
              <a:t>Opcode = 000 </a:t>
            </a:r>
            <a:r>
              <a:rPr lang="en-US" altLang="ko-KR" sz="2000">
                <a:latin typeface="Times New Roman" panose="02020603050405020304" pitchFamily="18" charset="0"/>
                <a:ea typeface="굴림" panose="020B0600000101010101" pitchFamily="34" charset="-127"/>
                <a:sym typeface="Symbol" panose="05050102010706020507" pitchFamily="18" charset="2"/>
              </a:rPr>
              <a:t> </a:t>
            </a:r>
            <a:r>
              <a:rPr lang="en-US" altLang="ko-KR" sz="2000">
                <a:latin typeface="Times New Roman" panose="02020603050405020304" pitchFamily="18" charset="0"/>
                <a:ea typeface="굴림" panose="020B0600000101010101" pitchFamily="34" charset="-127"/>
              </a:rPr>
              <a:t>110</a:t>
            </a:r>
          </a:p>
          <a:p>
            <a:pPr lvl="2" eaLnBrk="1" hangingPunct="1">
              <a:spcBef>
                <a:spcPct val="0"/>
              </a:spcBef>
              <a:buFontTx/>
              <a:buNone/>
            </a:pPr>
            <a:r>
              <a:rPr lang="en-US" altLang="ko-KR" sz="2000">
                <a:latin typeface="Times New Roman" panose="02020603050405020304" pitchFamily="18" charset="0"/>
                <a:ea typeface="굴림" panose="020B0600000101010101" pitchFamily="34" charset="-127"/>
              </a:rPr>
              <a:t>I=0 : 0xxx ~ 6xxx, I=1: 8xxx ~Exxx </a:t>
            </a:r>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2B343EDAA3954CB2F5A10CCFA1A1FB" ma:contentTypeVersion="0" ma:contentTypeDescription="Create a new document." ma:contentTypeScope="" ma:versionID="55eec26f3d2ab5023c987545493788c5">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CAB07C-3D92-473A-8EC9-BECD810726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B7956633-4BE0-49B0-8FEF-CE8B2F84BE1C}">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E80BAEA0-DED5-4F20-B933-49E11A64F39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1568</TotalTime>
  <Words>2431</Words>
  <Application>Microsoft Office PowerPoint</Application>
  <PresentationFormat>On-screen Show (4:3)</PresentationFormat>
  <Paragraphs>459</Paragraphs>
  <Slides>43</Slides>
  <Notes>13</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2</vt:i4>
      </vt:variant>
      <vt:variant>
        <vt:lpstr>Slide Titles</vt:lpstr>
      </vt:variant>
      <vt:variant>
        <vt:i4>43</vt:i4>
      </vt:variant>
    </vt:vector>
  </HeadingPairs>
  <TitlesOfParts>
    <vt:vector size="58" baseType="lpstr">
      <vt:lpstr>Tahoma</vt:lpstr>
      <vt:lpstr>Arial</vt:lpstr>
      <vt:lpstr>Wingdings</vt:lpstr>
      <vt:lpstr>굴림</vt:lpstr>
      <vt:lpstr>Times New Roman</vt:lpstr>
      <vt:lpstr>Helvetica</vt:lpstr>
      <vt:lpstr>Symbol</vt:lpstr>
      <vt:lpstr>Courier</vt:lpstr>
      <vt:lpstr>Times</vt:lpstr>
      <vt:lpstr>SimSun</vt:lpstr>
      <vt:lpstr>Monotype Sorts</vt:lpstr>
      <vt:lpstr>Blends</vt:lpstr>
      <vt:lpstr>Default Design</vt:lpstr>
      <vt:lpstr>워크시트</vt:lpstr>
      <vt:lpstr>VISIO</vt:lpstr>
      <vt:lpstr>Chapter 5</vt:lpstr>
      <vt:lpstr>Purpose of This Chapter</vt:lpstr>
      <vt:lpstr>Instruction Codes</vt:lpstr>
      <vt:lpstr>Instruction Codes</vt:lpstr>
      <vt:lpstr>Program statements and computer instructions</vt:lpstr>
      <vt:lpstr>Simplest stored program organization</vt:lpstr>
      <vt:lpstr>Simplest stored program organization</vt:lpstr>
      <vt:lpstr>Instruction code format</vt:lpstr>
      <vt:lpstr>PowerPoint Presentation</vt:lpstr>
      <vt:lpstr>Addressing Mode</vt:lpstr>
      <vt:lpstr>INDIRECT  ADDRESS</vt:lpstr>
      <vt:lpstr>Components of Instructions</vt:lpstr>
      <vt:lpstr>Number of Operands per instruction</vt:lpstr>
      <vt:lpstr>Instructions are read from memory as words</vt:lpstr>
      <vt:lpstr>Building A Basic Computer!</vt:lpstr>
      <vt:lpstr>The address register is connected to the memory</vt:lpstr>
      <vt:lpstr>Direct address</vt:lpstr>
      <vt:lpstr>Direct address</vt:lpstr>
      <vt:lpstr>Indirect address</vt:lpstr>
      <vt:lpstr>Indirect address</vt:lpstr>
      <vt:lpstr>Effective address:</vt:lpstr>
      <vt:lpstr>PowerPoint Presentation</vt:lpstr>
      <vt:lpstr>PowerPoint Presentation</vt:lpstr>
      <vt:lpstr>COMPUTER  REGISTERS</vt:lpstr>
      <vt:lpstr>Computer Registers</vt:lpstr>
      <vt:lpstr>5-2  Computer Registers</vt:lpstr>
      <vt:lpstr>5-2  Computer Registers</vt:lpstr>
      <vt:lpstr>5-2  Computer Registers</vt:lpstr>
      <vt:lpstr>5-2  Computer Registers</vt:lpstr>
      <vt:lpstr>Mano’s Computer: each instruction occupies one Memory Words</vt:lpstr>
      <vt:lpstr>Mano's simple Computer: Instructions</vt:lpstr>
      <vt:lpstr>PowerPoint Presentation</vt:lpstr>
      <vt:lpstr>5-3. Computer Instruction</vt:lpstr>
      <vt:lpstr>Common Bus System</vt:lpstr>
      <vt:lpstr>PowerPoint Presentation</vt:lpstr>
      <vt:lpstr>Common Bus System</vt:lpstr>
      <vt:lpstr>COMMON BUS SYSTEM</vt:lpstr>
      <vt:lpstr>Selection variables</vt:lpstr>
      <vt:lpstr>Load input</vt:lpstr>
      <vt:lpstr>Incompatibility in register sizes</vt:lpstr>
      <vt:lpstr>IR and TR </vt:lpstr>
      <vt:lpstr>Operations involve AC and DR Registers</vt:lpstr>
      <vt:lpstr>Computer Instruction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Bernard Chen</dc:creator>
  <cp:lastModifiedBy>فيصل مروان عبد الجواد البابا</cp:lastModifiedBy>
  <cp:revision>20</cp:revision>
  <cp:lastPrinted>1601-01-01T00:00:00Z</cp:lastPrinted>
  <dcterms:created xsi:type="dcterms:W3CDTF">2009-01-21T01:35:13Z</dcterms:created>
  <dcterms:modified xsi:type="dcterms:W3CDTF">2025-12-24T19:31:12Z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